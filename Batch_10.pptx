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32"/>
  </p:notesMasterIdLst>
  <p:sldIdLst>
    <p:sldId id="272" r:id="rId2"/>
    <p:sldId id="273" r:id="rId3"/>
    <p:sldId id="257" r:id="rId4"/>
    <p:sldId id="258" r:id="rId5"/>
    <p:sldId id="259" r:id="rId6"/>
    <p:sldId id="260" r:id="rId7"/>
    <p:sldId id="261" r:id="rId8"/>
    <p:sldId id="262" r:id="rId9"/>
    <p:sldId id="277" r:id="rId10"/>
    <p:sldId id="276" r:id="rId11"/>
    <p:sldId id="275" r:id="rId12"/>
    <p:sldId id="294" r:id="rId13"/>
    <p:sldId id="279" r:id="rId14"/>
    <p:sldId id="287" r:id="rId15"/>
    <p:sldId id="295" r:id="rId16"/>
    <p:sldId id="288" r:id="rId17"/>
    <p:sldId id="296" r:id="rId18"/>
    <p:sldId id="289" r:id="rId19"/>
    <p:sldId id="297" r:id="rId20"/>
    <p:sldId id="280" r:id="rId21"/>
    <p:sldId id="290" r:id="rId22"/>
    <p:sldId id="291" r:id="rId23"/>
    <p:sldId id="292" r:id="rId24"/>
    <p:sldId id="298" r:id="rId25"/>
    <p:sldId id="293" r:id="rId26"/>
    <p:sldId id="282" r:id="rId27"/>
    <p:sldId id="283" r:id="rId28"/>
    <p:sldId id="284" r:id="rId29"/>
    <p:sldId id="285" r:id="rId30"/>
    <p:sldId id="286"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286" autoAdjust="0"/>
    <p:restoredTop sz="94660"/>
  </p:normalViewPr>
  <p:slideViewPr>
    <p:cSldViewPr snapToGrid="0" snapToObjects="1">
      <p:cViewPr varScale="1">
        <p:scale>
          <a:sx n="70" d="100"/>
          <a:sy n="70" d="100"/>
        </p:scale>
        <p:origin x="412"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diagrams/_rels/data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image" Target="../media/image6.svg"/><Relationship Id="rId4" Type="http://schemas.openxmlformats.org/officeDocument/2006/relationships/image" Target="../media/image9.svg"/></Relationships>
</file>

<file path=ppt/diagrams/_rels/data2.xml.rels><?xml version="1.0" encoding="UTF-8" standalone="yes"?>
<Relationships xmlns="http://schemas.openxmlformats.org/package/2006/relationships"><Relationship Id="rId3" Type="http://schemas.openxmlformats.org/officeDocument/2006/relationships/image" Target="../media/image12.svg"/><Relationship Id="rId7" Type="http://schemas.openxmlformats.org/officeDocument/2006/relationships/image" Target="../media/image16.svg"/><Relationship Id="rId2" Type="http://schemas.openxmlformats.org/officeDocument/2006/relationships/image" Target="../media/image11.svg"/><Relationship Id="rId1" Type="http://schemas.openxmlformats.org/officeDocument/2006/relationships/image" Target="../media/image10.svg"/><Relationship Id="rId6" Type="http://schemas.openxmlformats.org/officeDocument/2006/relationships/image" Target="../media/image15.svg"/><Relationship Id="rId5" Type="http://schemas.openxmlformats.org/officeDocument/2006/relationships/image" Target="../media/image14.svg"/><Relationship Id="rId4" Type="http://schemas.openxmlformats.org/officeDocument/2006/relationships/image" Target="../media/image13.svg"/></Relationships>
</file>

<file path=ppt/diagrams/_rels/data3.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svg"/><Relationship Id="rId1" Type="http://schemas.openxmlformats.org/officeDocument/2006/relationships/image" Target="../media/image17.svg"/><Relationship Id="rId6" Type="http://schemas.openxmlformats.org/officeDocument/2006/relationships/image" Target="../media/image22.svg"/><Relationship Id="rId5" Type="http://schemas.openxmlformats.org/officeDocument/2006/relationships/image" Target="../media/image21.svg"/><Relationship Id="rId4" Type="http://schemas.openxmlformats.org/officeDocument/2006/relationships/image" Target="../media/image20.svg"/></Relationships>
</file>

<file path=ppt/diagrams/_rels/drawing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image" Target="../media/image6.svg"/><Relationship Id="rId4" Type="http://schemas.openxmlformats.org/officeDocument/2006/relationships/image" Target="../media/image9.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2.svg"/><Relationship Id="rId7" Type="http://schemas.openxmlformats.org/officeDocument/2006/relationships/image" Target="../media/image16.svg"/><Relationship Id="rId2" Type="http://schemas.openxmlformats.org/officeDocument/2006/relationships/image" Target="../media/image11.svg"/><Relationship Id="rId1" Type="http://schemas.openxmlformats.org/officeDocument/2006/relationships/image" Target="../media/image10.svg"/><Relationship Id="rId6" Type="http://schemas.openxmlformats.org/officeDocument/2006/relationships/image" Target="../media/image15.svg"/><Relationship Id="rId5" Type="http://schemas.openxmlformats.org/officeDocument/2006/relationships/image" Target="../media/image14.svg"/><Relationship Id="rId4" Type="http://schemas.openxmlformats.org/officeDocument/2006/relationships/image" Target="../media/image13.svg"/></Relationships>
</file>

<file path=ppt/diagrams/_rels/drawing3.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svg"/><Relationship Id="rId1" Type="http://schemas.openxmlformats.org/officeDocument/2006/relationships/image" Target="../media/image17.svg"/><Relationship Id="rId6" Type="http://schemas.openxmlformats.org/officeDocument/2006/relationships/image" Target="../media/image22.svg"/><Relationship Id="rId5" Type="http://schemas.openxmlformats.org/officeDocument/2006/relationships/image" Target="../media/image21.svg"/><Relationship Id="rId4" Type="http://schemas.openxmlformats.org/officeDocument/2006/relationships/image" Target="../media/image20.svg"/></Relationships>
</file>

<file path=ppt/diagrams/colors1.xml><?xml version="1.0" encoding="utf-8"?>
<dgm:colorsDef xmlns:dgm="http://schemas.openxmlformats.org/drawingml/2006/diagram" xmlns:a="http://schemas.openxmlformats.org/drawingml/2006/main" uniqueId="urn:microsoft.com/office/officeart/2005/8/colors/accent1_2#9">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10">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1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928ACBF-AEEC-4084-BB19-E503FC7DB04B}" type="doc">
      <dgm:prSet loTypeId="urn:microsoft.com/office/officeart/2018/2/layout/IconVerticalSolidList" loCatId="icon" qsTypeId="urn:microsoft.com/office/officeart/2005/8/quickstyle/simple1#9" qsCatId="simple" csTypeId="urn:microsoft.com/office/officeart/2005/8/colors/accent1_2#9" csCatId="accent1" phldr="1"/>
      <dgm:spPr/>
      <dgm:t>
        <a:bodyPr/>
        <a:lstStyle/>
        <a:p>
          <a:endParaRPr lang="en-US"/>
        </a:p>
      </dgm:t>
    </dgm:pt>
    <dgm:pt modelId="{D832BFCA-753F-473D-95FF-2FA92496E28D}">
      <dgm:prSet/>
      <dgm:spPr/>
      <dgm:t>
        <a:bodyPr/>
        <a:lstStyle/>
        <a:p>
          <a:pPr>
            <a:lnSpc>
              <a:spcPct val="100000"/>
            </a:lnSpc>
          </a:pPr>
          <a:r>
            <a:rPr lang="en-US"/>
            <a:t>• Manual handling of bank accounts and transactions can be time-consuming and error-prone.</a:t>
          </a:r>
        </a:p>
      </dgm:t>
    </dgm:pt>
    <dgm:pt modelId="{AABE240A-7472-48FC-9025-1943AB7A87F1}" type="parTrans" cxnId="{526916FE-D3C9-479D-BB2D-597A9ACC9CDE}">
      <dgm:prSet/>
      <dgm:spPr/>
      <dgm:t>
        <a:bodyPr/>
        <a:lstStyle/>
        <a:p>
          <a:endParaRPr lang="en-US"/>
        </a:p>
      </dgm:t>
    </dgm:pt>
    <dgm:pt modelId="{E6AD39E7-AE17-4CB5-B416-3B36F7589D93}" type="sibTrans" cxnId="{526916FE-D3C9-479D-BB2D-597A9ACC9CDE}">
      <dgm:prSet/>
      <dgm:spPr/>
      <dgm:t>
        <a:bodyPr/>
        <a:lstStyle/>
        <a:p>
          <a:endParaRPr lang="en-US"/>
        </a:p>
      </dgm:t>
    </dgm:pt>
    <dgm:pt modelId="{3951EB10-2DD8-4139-BB82-73502F92B885}">
      <dgm:prSet/>
      <dgm:spPr/>
      <dgm:t>
        <a:bodyPr/>
        <a:lstStyle/>
        <a:p>
          <a:pPr>
            <a:lnSpc>
              <a:spcPct val="100000"/>
            </a:lnSpc>
          </a:pPr>
          <a:r>
            <a:rPr lang="en-US"/>
            <a:t>• Customers need quick access to account details, deposits, withdrawals and transaction history.</a:t>
          </a:r>
        </a:p>
      </dgm:t>
    </dgm:pt>
    <dgm:pt modelId="{74AEF0B4-3974-4676-A50B-BB0E86B7DEDC}" type="parTrans" cxnId="{C7D28247-4FF7-444F-8A54-D8F9BE7D9DEB}">
      <dgm:prSet/>
      <dgm:spPr/>
      <dgm:t>
        <a:bodyPr/>
        <a:lstStyle/>
        <a:p>
          <a:endParaRPr lang="en-US"/>
        </a:p>
      </dgm:t>
    </dgm:pt>
    <dgm:pt modelId="{FAE601DC-07B5-40FB-85A4-1A694D870269}" type="sibTrans" cxnId="{C7D28247-4FF7-444F-8A54-D8F9BE7D9DEB}">
      <dgm:prSet/>
      <dgm:spPr/>
      <dgm:t>
        <a:bodyPr/>
        <a:lstStyle/>
        <a:p>
          <a:endParaRPr lang="en-US"/>
        </a:p>
      </dgm:t>
    </dgm:pt>
    <dgm:pt modelId="{24552EC9-60A7-4D17-86A0-248FC11A3CE0}">
      <dgm:prSet/>
      <dgm:spPr/>
      <dgm:t>
        <a:bodyPr/>
        <a:lstStyle/>
        <a:p>
          <a:pPr>
            <a:lnSpc>
              <a:spcPct val="100000"/>
            </a:lnSpc>
          </a:pPr>
          <a:r>
            <a:rPr lang="en-US"/>
            <a:t>• Bank staff require a centralized system to manage customer information securely.</a:t>
          </a:r>
        </a:p>
      </dgm:t>
    </dgm:pt>
    <dgm:pt modelId="{16DAF7F3-3670-4D68-9C62-8F390E7D917B}" type="parTrans" cxnId="{FCD1CB25-47CD-4229-9437-727B4110CE93}">
      <dgm:prSet/>
      <dgm:spPr/>
      <dgm:t>
        <a:bodyPr/>
        <a:lstStyle/>
        <a:p>
          <a:endParaRPr lang="en-US"/>
        </a:p>
      </dgm:t>
    </dgm:pt>
    <dgm:pt modelId="{D4A976EE-4EEE-4B6A-AA5A-BD8324F5F381}" type="sibTrans" cxnId="{FCD1CB25-47CD-4229-9437-727B4110CE93}">
      <dgm:prSet/>
      <dgm:spPr/>
      <dgm:t>
        <a:bodyPr/>
        <a:lstStyle/>
        <a:p>
          <a:endParaRPr lang="en-US"/>
        </a:p>
      </dgm:t>
    </dgm:pt>
    <dgm:pt modelId="{1411C4DB-5605-412B-9A51-D233016B5388}">
      <dgm:prSet/>
      <dgm:spPr/>
      <dgm:t>
        <a:bodyPr/>
        <a:lstStyle/>
        <a:p>
          <a:pPr>
            <a:lnSpc>
              <a:spcPct val="100000"/>
            </a:lnSpc>
          </a:pPr>
          <a:r>
            <a:rPr lang="en-US"/>
            <a:t>• The system should reduce duplication, improve accuracy and provide controlled access.</a:t>
          </a:r>
        </a:p>
      </dgm:t>
    </dgm:pt>
    <dgm:pt modelId="{518147BC-4CF3-4AC7-BC6B-2796D4FC92D1}" type="parTrans" cxnId="{7F33A171-9A1E-4BC9-8C6C-AA45B8ECF631}">
      <dgm:prSet/>
      <dgm:spPr/>
      <dgm:t>
        <a:bodyPr/>
        <a:lstStyle/>
        <a:p>
          <a:endParaRPr lang="en-US"/>
        </a:p>
      </dgm:t>
    </dgm:pt>
    <dgm:pt modelId="{0C142869-B682-4748-ADF8-1A47C714361E}" type="sibTrans" cxnId="{7F33A171-9A1E-4BC9-8C6C-AA45B8ECF631}">
      <dgm:prSet/>
      <dgm:spPr/>
      <dgm:t>
        <a:bodyPr/>
        <a:lstStyle/>
        <a:p>
          <a:endParaRPr lang="en-US"/>
        </a:p>
      </dgm:t>
    </dgm:pt>
    <dgm:pt modelId="{823FFE7C-9509-45D5-BE77-33F147FB38D8}" type="pres">
      <dgm:prSet presAssocID="{8928ACBF-AEEC-4084-BB19-E503FC7DB04B}" presName="root" presStyleCnt="0">
        <dgm:presLayoutVars>
          <dgm:dir/>
          <dgm:resizeHandles val="exact"/>
        </dgm:presLayoutVars>
      </dgm:prSet>
      <dgm:spPr/>
    </dgm:pt>
    <dgm:pt modelId="{CA878140-BD3E-4F91-B917-39DC5504E462}" type="pres">
      <dgm:prSet presAssocID="{D832BFCA-753F-473D-95FF-2FA92496E28D}" presName="compNode" presStyleCnt="0"/>
      <dgm:spPr/>
    </dgm:pt>
    <dgm:pt modelId="{62A338CB-E9AE-43D8-A019-EB579A69D7CB}" type="pres">
      <dgm:prSet presAssocID="{D832BFCA-753F-473D-95FF-2FA92496E28D}" presName="bgRect" presStyleLbl="bgShp" presStyleIdx="0" presStyleCnt="4"/>
      <dgm:spPr/>
    </dgm:pt>
    <dgm:pt modelId="{D06D67AC-D5C8-4A65-950F-9AA68C0774A1}" type="pres">
      <dgm:prSet presAssocID="{D832BFCA-753F-473D-95FF-2FA92496E28D}"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Bank"/>
        </a:ext>
      </dgm:extLst>
    </dgm:pt>
    <dgm:pt modelId="{7961EB78-D2A2-41E8-9B17-29BB9A99ECB8}" type="pres">
      <dgm:prSet presAssocID="{D832BFCA-753F-473D-95FF-2FA92496E28D}" presName="spaceRect" presStyleCnt="0"/>
      <dgm:spPr/>
    </dgm:pt>
    <dgm:pt modelId="{CF87DF5D-235E-40B5-ABF7-DBFF9D76BF3F}" type="pres">
      <dgm:prSet presAssocID="{D832BFCA-753F-473D-95FF-2FA92496E28D}" presName="parTx" presStyleLbl="revTx" presStyleIdx="0" presStyleCnt="4">
        <dgm:presLayoutVars>
          <dgm:chMax val="0"/>
          <dgm:chPref val="0"/>
        </dgm:presLayoutVars>
      </dgm:prSet>
      <dgm:spPr/>
    </dgm:pt>
    <dgm:pt modelId="{5941B70F-E469-4352-9BA1-13FD23E76D91}" type="pres">
      <dgm:prSet presAssocID="{E6AD39E7-AE17-4CB5-B416-3B36F7589D93}" presName="sibTrans" presStyleCnt="0"/>
      <dgm:spPr/>
    </dgm:pt>
    <dgm:pt modelId="{6B02F066-8620-4E2A-9787-EF1DF0FC49DA}" type="pres">
      <dgm:prSet presAssocID="{3951EB10-2DD8-4139-BB82-73502F92B885}" presName="compNode" presStyleCnt="0"/>
      <dgm:spPr/>
    </dgm:pt>
    <dgm:pt modelId="{3C36B4E3-3370-4372-86F8-45AB0B0998F6}" type="pres">
      <dgm:prSet presAssocID="{3951EB10-2DD8-4139-BB82-73502F92B885}" presName="bgRect" presStyleLbl="bgShp" presStyleIdx="1" presStyleCnt="4"/>
      <dgm:spPr/>
    </dgm:pt>
    <dgm:pt modelId="{963E568D-C992-44CC-88D8-7CC2CEC73A93}" type="pres">
      <dgm:prSet presAssocID="{3951EB10-2DD8-4139-BB82-73502F92B885}"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Credit card"/>
        </a:ext>
      </dgm:extLst>
    </dgm:pt>
    <dgm:pt modelId="{69945CF1-E379-46E7-A908-349AD0F45F1B}" type="pres">
      <dgm:prSet presAssocID="{3951EB10-2DD8-4139-BB82-73502F92B885}" presName="spaceRect" presStyleCnt="0"/>
      <dgm:spPr/>
    </dgm:pt>
    <dgm:pt modelId="{1BCFA0C1-88FC-4E81-A231-6E8331A1DE69}" type="pres">
      <dgm:prSet presAssocID="{3951EB10-2DD8-4139-BB82-73502F92B885}" presName="parTx" presStyleLbl="revTx" presStyleIdx="1" presStyleCnt="4">
        <dgm:presLayoutVars>
          <dgm:chMax val="0"/>
          <dgm:chPref val="0"/>
        </dgm:presLayoutVars>
      </dgm:prSet>
      <dgm:spPr/>
    </dgm:pt>
    <dgm:pt modelId="{F818A70E-3064-4846-BF46-27617B6CE5EA}" type="pres">
      <dgm:prSet presAssocID="{FAE601DC-07B5-40FB-85A4-1A694D870269}" presName="sibTrans" presStyleCnt="0"/>
      <dgm:spPr/>
    </dgm:pt>
    <dgm:pt modelId="{38E718AD-2B7B-4827-AA3C-9011459FEFBA}" type="pres">
      <dgm:prSet presAssocID="{24552EC9-60A7-4D17-86A0-248FC11A3CE0}" presName="compNode" presStyleCnt="0"/>
      <dgm:spPr/>
    </dgm:pt>
    <dgm:pt modelId="{43B0A888-6D75-497C-BD98-12A8B4996002}" type="pres">
      <dgm:prSet presAssocID="{24552EC9-60A7-4D17-86A0-248FC11A3CE0}" presName="bgRect" presStyleLbl="bgShp" presStyleIdx="2" presStyleCnt="4"/>
      <dgm:spPr/>
    </dgm:pt>
    <dgm:pt modelId="{4A44340E-CEFA-416A-A4B5-BE58EBB87AA4}" type="pres">
      <dgm:prSet presAssocID="{24552EC9-60A7-4D17-86A0-248FC11A3CE0}"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Safe"/>
        </a:ext>
      </dgm:extLst>
    </dgm:pt>
    <dgm:pt modelId="{313352AB-9D12-4647-A5EA-A1FD9674B600}" type="pres">
      <dgm:prSet presAssocID="{24552EC9-60A7-4D17-86A0-248FC11A3CE0}" presName="spaceRect" presStyleCnt="0"/>
      <dgm:spPr/>
    </dgm:pt>
    <dgm:pt modelId="{0BFE4BCF-7F35-45FA-9BA5-A7F76532EC82}" type="pres">
      <dgm:prSet presAssocID="{24552EC9-60A7-4D17-86A0-248FC11A3CE0}" presName="parTx" presStyleLbl="revTx" presStyleIdx="2" presStyleCnt="4">
        <dgm:presLayoutVars>
          <dgm:chMax val="0"/>
          <dgm:chPref val="0"/>
        </dgm:presLayoutVars>
      </dgm:prSet>
      <dgm:spPr/>
    </dgm:pt>
    <dgm:pt modelId="{19A7FC0F-72A4-4432-AF04-899FB4B39DB7}" type="pres">
      <dgm:prSet presAssocID="{D4A976EE-4EEE-4B6A-AA5A-BD8324F5F381}" presName="sibTrans" presStyleCnt="0"/>
      <dgm:spPr/>
    </dgm:pt>
    <dgm:pt modelId="{4EF18DA4-9141-4A7D-96E8-C648434CCDAD}" type="pres">
      <dgm:prSet presAssocID="{1411C4DB-5605-412B-9A51-D233016B5388}" presName="compNode" presStyleCnt="0"/>
      <dgm:spPr/>
    </dgm:pt>
    <dgm:pt modelId="{EEC42FD8-16F9-4B06-99DE-31667F634D3C}" type="pres">
      <dgm:prSet presAssocID="{1411C4DB-5605-412B-9A51-D233016B5388}" presName="bgRect" presStyleLbl="bgShp" presStyleIdx="3" presStyleCnt="4"/>
      <dgm:spPr/>
    </dgm:pt>
    <dgm:pt modelId="{32FBC1DF-7B56-4ADC-A5A5-F1A5F4902111}" type="pres">
      <dgm:prSet presAssocID="{1411C4DB-5605-412B-9A51-D233016B5388}"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Target"/>
        </a:ext>
      </dgm:extLst>
    </dgm:pt>
    <dgm:pt modelId="{06B3A523-45FC-4DFA-8073-423A4B819B61}" type="pres">
      <dgm:prSet presAssocID="{1411C4DB-5605-412B-9A51-D233016B5388}" presName="spaceRect" presStyleCnt="0"/>
      <dgm:spPr/>
    </dgm:pt>
    <dgm:pt modelId="{DC19CF85-8A6D-42E9-B6CF-0C6E74F4F395}" type="pres">
      <dgm:prSet presAssocID="{1411C4DB-5605-412B-9A51-D233016B5388}" presName="parTx" presStyleLbl="revTx" presStyleIdx="3" presStyleCnt="4">
        <dgm:presLayoutVars>
          <dgm:chMax val="0"/>
          <dgm:chPref val="0"/>
        </dgm:presLayoutVars>
      </dgm:prSet>
      <dgm:spPr/>
    </dgm:pt>
  </dgm:ptLst>
  <dgm:cxnLst>
    <dgm:cxn modelId="{EF175703-C91C-4512-8C2A-8B622CDD07EA}" type="presOf" srcId="{D832BFCA-753F-473D-95FF-2FA92496E28D}" destId="{CF87DF5D-235E-40B5-ABF7-DBFF9D76BF3F}" srcOrd="0" destOrd="0" presId="urn:microsoft.com/office/officeart/2018/2/layout/IconVerticalSolidList"/>
    <dgm:cxn modelId="{FCD1CB25-47CD-4229-9437-727B4110CE93}" srcId="{8928ACBF-AEEC-4084-BB19-E503FC7DB04B}" destId="{24552EC9-60A7-4D17-86A0-248FC11A3CE0}" srcOrd="2" destOrd="0" parTransId="{16DAF7F3-3670-4D68-9C62-8F390E7D917B}" sibTransId="{D4A976EE-4EEE-4B6A-AA5A-BD8324F5F381}"/>
    <dgm:cxn modelId="{07B3C72E-F7BF-41FE-8DC6-13FEB17982CC}" type="presOf" srcId="{24552EC9-60A7-4D17-86A0-248FC11A3CE0}" destId="{0BFE4BCF-7F35-45FA-9BA5-A7F76532EC82}" srcOrd="0" destOrd="0" presId="urn:microsoft.com/office/officeart/2018/2/layout/IconVerticalSolidList"/>
    <dgm:cxn modelId="{03174F3D-53D2-42BB-983A-8AE4BA79AB53}" type="presOf" srcId="{8928ACBF-AEEC-4084-BB19-E503FC7DB04B}" destId="{823FFE7C-9509-45D5-BE77-33F147FB38D8}" srcOrd="0" destOrd="0" presId="urn:microsoft.com/office/officeart/2018/2/layout/IconVerticalSolidList"/>
    <dgm:cxn modelId="{C7D28247-4FF7-444F-8A54-D8F9BE7D9DEB}" srcId="{8928ACBF-AEEC-4084-BB19-E503FC7DB04B}" destId="{3951EB10-2DD8-4139-BB82-73502F92B885}" srcOrd="1" destOrd="0" parTransId="{74AEF0B4-3974-4676-A50B-BB0E86B7DEDC}" sibTransId="{FAE601DC-07B5-40FB-85A4-1A694D870269}"/>
    <dgm:cxn modelId="{9544D56C-D3F8-4613-8C61-2C38D7235387}" type="presOf" srcId="{3951EB10-2DD8-4139-BB82-73502F92B885}" destId="{1BCFA0C1-88FC-4E81-A231-6E8331A1DE69}" srcOrd="0" destOrd="0" presId="urn:microsoft.com/office/officeart/2018/2/layout/IconVerticalSolidList"/>
    <dgm:cxn modelId="{7F33A171-9A1E-4BC9-8C6C-AA45B8ECF631}" srcId="{8928ACBF-AEEC-4084-BB19-E503FC7DB04B}" destId="{1411C4DB-5605-412B-9A51-D233016B5388}" srcOrd="3" destOrd="0" parTransId="{518147BC-4CF3-4AC7-BC6B-2796D4FC92D1}" sibTransId="{0C142869-B682-4748-ADF8-1A47C714361E}"/>
    <dgm:cxn modelId="{4F00B678-CD61-4EAA-B3D3-90A58FE0DE1C}" type="presOf" srcId="{1411C4DB-5605-412B-9A51-D233016B5388}" destId="{DC19CF85-8A6D-42E9-B6CF-0C6E74F4F395}" srcOrd="0" destOrd="0" presId="urn:microsoft.com/office/officeart/2018/2/layout/IconVerticalSolidList"/>
    <dgm:cxn modelId="{526916FE-D3C9-479D-BB2D-597A9ACC9CDE}" srcId="{8928ACBF-AEEC-4084-BB19-E503FC7DB04B}" destId="{D832BFCA-753F-473D-95FF-2FA92496E28D}" srcOrd="0" destOrd="0" parTransId="{AABE240A-7472-48FC-9025-1943AB7A87F1}" sibTransId="{E6AD39E7-AE17-4CB5-B416-3B36F7589D93}"/>
    <dgm:cxn modelId="{5E451FB7-E5CB-40FE-A57F-389C9D73495A}" type="presParOf" srcId="{823FFE7C-9509-45D5-BE77-33F147FB38D8}" destId="{CA878140-BD3E-4F91-B917-39DC5504E462}" srcOrd="0" destOrd="0" presId="urn:microsoft.com/office/officeart/2018/2/layout/IconVerticalSolidList"/>
    <dgm:cxn modelId="{CC0EBBD6-9772-41AB-9739-106D53FE1BC8}" type="presParOf" srcId="{CA878140-BD3E-4F91-B917-39DC5504E462}" destId="{62A338CB-E9AE-43D8-A019-EB579A69D7CB}" srcOrd="0" destOrd="0" presId="urn:microsoft.com/office/officeart/2018/2/layout/IconVerticalSolidList"/>
    <dgm:cxn modelId="{FE18848E-232C-4F70-9821-5C421E572766}" type="presParOf" srcId="{CA878140-BD3E-4F91-B917-39DC5504E462}" destId="{D06D67AC-D5C8-4A65-950F-9AA68C0774A1}" srcOrd="1" destOrd="0" presId="urn:microsoft.com/office/officeart/2018/2/layout/IconVerticalSolidList"/>
    <dgm:cxn modelId="{794FC398-7040-441F-9326-C79E71FCF298}" type="presParOf" srcId="{CA878140-BD3E-4F91-B917-39DC5504E462}" destId="{7961EB78-D2A2-41E8-9B17-29BB9A99ECB8}" srcOrd="2" destOrd="0" presId="urn:microsoft.com/office/officeart/2018/2/layout/IconVerticalSolidList"/>
    <dgm:cxn modelId="{69D6E746-C7BA-431D-BAF8-D60C1C791E13}" type="presParOf" srcId="{CA878140-BD3E-4F91-B917-39DC5504E462}" destId="{CF87DF5D-235E-40B5-ABF7-DBFF9D76BF3F}" srcOrd="3" destOrd="0" presId="urn:microsoft.com/office/officeart/2018/2/layout/IconVerticalSolidList"/>
    <dgm:cxn modelId="{653D4DE8-DFFC-4598-8028-5F1848784D91}" type="presParOf" srcId="{823FFE7C-9509-45D5-BE77-33F147FB38D8}" destId="{5941B70F-E469-4352-9BA1-13FD23E76D91}" srcOrd="1" destOrd="0" presId="urn:microsoft.com/office/officeart/2018/2/layout/IconVerticalSolidList"/>
    <dgm:cxn modelId="{68384957-992D-4C61-8F8A-0D09418887FA}" type="presParOf" srcId="{823FFE7C-9509-45D5-BE77-33F147FB38D8}" destId="{6B02F066-8620-4E2A-9787-EF1DF0FC49DA}" srcOrd="2" destOrd="0" presId="urn:microsoft.com/office/officeart/2018/2/layout/IconVerticalSolidList"/>
    <dgm:cxn modelId="{3447F0AB-986B-4752-AB76-B164DD1E0AA5}" type="presParOf" srcId="{6B02F066-8620-4E2A-9787-EF1DF0FC49DA}" destId="{3C36B4E3-3370-4372-86F8-45AB0B0998F6}" srcOrd="0" destOrd="0" presId="urn:microsoft.com/office/officeart/2018/2/layout/IconVerticalSolidList"/>
    <dgm:cxn modelId="{3355C4A4-04E2-4321-8BAC-9248404296BC}" type="presParOf" srcId="{6B02F066-8620-4E2A-9787-EF1DF0FC49DA}" destId="{963E568D-C992-44CC-88D8-7CC2CEC73A93}" srcOrd="1" destOrd="0" presId="urn:microsoft.com/office/officeart/2018/2/layout/IconVerticalSolidList"/>
    <dgm:cxn modelId="{503F4345-88D5-4AF3-9FB0-A890AB8D4AEE}" type="presParOf" srcId="{6B02F066-8620-4E2A-9787-EF1DF0FC49DA}" destId="{69945CF1-E379-46E7-A908-349AD0F45F1B}" srcOrd="2" destOrd="0" presId="urn:microsoft.com/office/officeart/2018/2/layout/IconVerticalSolidList"/>
    <dgm:cxn modelId="{5EDED68E-DCB3-4978-BFDD-72A686E4CF65}" type="presParOf" srcId="{6B02F066-8620-4E2A-9787-EF1DF0FC49DA}" destId="{1BCFA0C1-88FC-4E81-A231-6E8331A1DE69}" srcOrd="3" destOrd="0" presId="urn:microsoft.com/office/officeart/2018/2/layout/IconVerticalSolidList"/>
    <dgm:cxn modelId="{81ECA865-967B-49FC-A80E-5A43803E72EF}" type="presParOf" srcId="{823FFE7C-9509-45D5-BE77-33F147FB38D8}" destId="{F818A70E-3064-4846-BF46-27617B6CE5EA}" srcOrd="3" destOrd="0" presId="urn:microsoft.com/office/officeart/2018/2/layout/IconVerticalSolidList"/>
    <dgm:cxn modelId="{F09FD547-EA3E-4C9F-A11A-6F3F5215F765}" type="presParOf" srcId="{823FFE7C-9509-45D5-BE77-33F147FB38D8}" destId="{38E718AD-2B7B-4827-AA3C-9011459FEFBA}" srcOrd="4" destOrd="0" presId="urn:microsoft.com/office/officeart/2018/2/layout/IconVerticalSolidList"/>
    <dgm:cxn modelId="{68E27071-DE2B-4BC9-A8B4-9CD2823F6640}" type="presParOf" srcId="{38E718AD-2B7B-4827-AA3C-9011459FEFBA}" destId="{43B0A888-6D75-497C-BD98-12A8B4996002}" srcOrd="0" destOrd="0" presId="urn:microsoft.com/office/officeart/2018/2/layout/IconVerticalSolidList"/>
    <dgm:cxn modelId="{5452FABC-4487-4B77-8CFE-8CFE87E45ECB}" type="presParOf" srcId="{38E718AD-2B7B-4827-AA3C-9011459FEFBA}" destId="{4A44340E-CEFA-416A-A4B5-BE58EBB87AA4}" srcOrd="1" destOrd="0" presId="urn:microsoft.com/office/officeart/2018/2/layout/IconVerticalSolidList"/>
    <dgm:cxn modelId="{EBD6CCAE-5E84-4458-8363-E3037DC49775}" type="presParOf" srcId="{38E718AD-2B7B-4827-AA3C-9011459FEFBA}" destId="{313352AB-9D12-4647-A5EA-A1FD9674B600}" srcOrd="2" destOrd="0" presId="urn:microsoft.com/office/officeart/2018/2/layout/IconVerticalSolidList"/>
    <dgm:cxn modelId="{C97CE187-635F-49E5-9450-06EC4709F9C6}" type="presParOf" srcId="{38E718AD-2B7B-4827-AA3C-9011459FEFBA}" destId="{0BFE4BCF-7F35-45FA-9BA5-A7F76532EC82}" srcOrd="3" destOrd="0" presId="urn:microsoft.com/office/officeart/2018/2/layout/IconVerticalSolidList"/>
    <dgm:cxn modelId="{FE231B87-520F-4EA6-B743-09B99699F0F7}" type="presParOf" srcId="{823FFE7C-9509-45D5-BE77-33F147FB38D8}" destId="{19A7FC0F-72A4-4432-AF04-899FB4B39DB7}" srcOrd="5" destOrd="0" presId="urn:microsoft.com/office/officeart/2018/2/layout/IconVerticalSolidList"/>
    <dgm:cxn modelId="{0C5DFDA1-C176-41FC-873D-63F2BB6A43D2}" type="presParOf" srcId="{823FFE7C-9509-45D5-BE77-33F147FB38D8}" destId="{4EF18DA4-9141-4A7D-96E8-C648434CCDAD}" srcOrd="6" destOrd="0" presId="urn:microsoft.com/office/officeart/2018/2/layout/IconVerticalSolidList"/>
    <dgm:cxn modelId="{D162D868-5378-4547-838B-45834408D536}" type="presParOf" srcId="{4EF18DA4-9141-4A7D-96E8-C648434CCDAD}" destId="{EEC42FD8-16F9-4B06-99DE-31667F634D3C}" srcOrd="0" destOrd="0" presId="urn:microsoft.com/office/officeart/2018/2/layout/IconVerticalSolidList"/>
    <dgm:cxn modelId="{233A823C-C8E6-4493-9574-D499958C150A}" type="presParOf" srcId="{4EF18DA4-9141-4A7D-96E8-C648434CCDAD}" destId="{32FBC1DF-7B56-4ADC-A5A5-F1A5F4902111}" srcOrd="1" destOrd="0" presId="urn:microsoft.com/office/officeart/2018/2/layout/IconVerticalSolidList"/>
    <dgm:cxn modelId="{5A45FF59-3A7F-4FF5-B70A-E61DB8841BB5}" type="presParOf" srcId="{4EF18DA4-9141-4A7D-96E8-C648434CCDAD}" destId="{06B3A523-45FC-4DFA-8073-423A4B819B61}" srcOrd="2" destOrd="0" presId="urn:microsoft.com/office/officeart/2018/2/layout/IconVerticalSolidList"/>
    <dgm:cxn modelId="{A7FC1E04-4561-4D54-8875-9800B9A66081}" type="presParOf" srcId="{4EF18DA4-9141-4A7D-96E8-C648434CCDAD}" destId="{DC19CF85-8A6D-42E9-B6CF-0C6E74F4F395}"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69F54AE-1EC4-4C85-B9CB-0C2AC7ABFB62}" type="doc">
      <dgm:prSet loTypeId="urn:microsoft.com/office/officeart/2018/2/layout/IconVerticalSolidList" loCatId="icon" qsTypeId="urn:microsoft.com/office/officeart/2005/8/quickstyle/simple1#10" qsCatId="simple" csTypeId="urn:microsoft.com/office/officeart/2005/8/colors/accent1_2#10" csCatId="accent1" phldr="1"/>
      <dgm:spPr/>
      <dgm:t>
        <a:bodyPr/>
        <a:lstStyle/>
        <a:p>
          <a:endParaRPr lang="en-US"/>
        </a:p>
      </dgm:t>
    </dgm:pt>
    <dgm:pt modelId="{C2596502-4FE4-44D1-BFC1-732108709152}">
      <dgm:prSet/>
      <dgm:spPr/>
      <dgm:t>
        <a:bodyPr/>
        <a:lstStyle/>
        <a:p>
          <a:pPr>
            <a:lnSpc>
              <a:spcPct val="100000"/>
            </a:lnSpc>
          </a:pPr>
          <a:r>
            <a:rPr lang="en-US"/>
            <a:t>• Customer registration and profile management.</a:t>
          </a:r>
        </a:p>
      </dgm:t>
    </dgm:pt>
    <dgm:pt modelId="{B0140966-D298-4C8F-9991-F9C93167D6D0}" type="parTrans" cxnId="{F3666348-D8DC-447B-9BEA-63E4A57DBCCA}">
      <dgm:prSet/>
      <dgm:spPr/>
      <dgm:t>
        <a:bodyPr/>
        <a:lstStyle/>
        <a:p>
          <a:endParaRPr lang="en-US"/>
        </a:p>
      </dgm:t>
    </dgm:pt>
    <dgm:pt modelId="{253B1226-8F1B-4067-8792-461DBDD6C45D}" type="sibTrans" cxnId="{F3666348-D8DC-447B-9BEA-63E4A57DBCCA}">
      <dgm:prSet/>
      <dgm:spPr/>
      <dgm:t>
        <a:bodyPr/>
        <a:lstStyle/>
        <a:p>
          <a:endParaRPr lang="en-US"/>
        </a:p>
      </dgm:t>
    </dgm:pt>
    <dgm:pt modelId="{4138922D-4838-4A9F-B285-7DBA3E815AA1}">
      <dgm:prSet/>
      <dgm:spPr/>
      <dgm:t>
        <a:bodyPr/>
        <a:lstStyle/>
        <a:p>
          <a:pPr>
            <a:lnSpc>
              <a:spcPct val="100000"/>
            </a:lnSpc>
          </a:pPr>
          <a:r>
            <a:rPr lang="en-US"/>
            <a:t>• Account creation, activation and closure.</a:t>
          </a:r>
        </a:p>
      </dgm:t>
    </dgm:pt>
    <dgm:pt modelId="{368BC5E6-C0CA-4D15-A141-25943E8689F8}" type="parTrans" cxnId="{C31E013D-CBFD-4AB7-8F4A-FC19E2245D1B}">
      <dgm:prSet/>
      <dgm:spPr/>
      <dgm:t>
        <a:bodyPr/>
        <a:lstStyle/>
        <a:p>
          <a:endParaRPr lang="en-US"/>
        </a:p>
      </dgm:t>
    </dgm:pt>
    <dgm:pt modelId="{7C483688-0372-4559-B1DF-47B9EFC2CD79}" type="sibTrans" cxnId="{C31E013D-CBFD-4AB7-8F4A-FC19E2245D1B}">
      <dgm:prSet/>
      <dgm:spPr/>
      <dgm:t>
        <a:bodyPr/>
        <a:lstStyle/>
        <a:p>
          <a:endParaRPr lang="en-US"/>
        </a:p>
      </dgm:t>
    </dgm:pt>
    <dgm:pt modelId="{78D4318E-DBC0-4A1B-9170-71271F6C50B6}">
      <dgm:prSet/>
      <dgm:spPr/>
      <dgm:t>
        <a:bodyPr/>
        <a:lstStyle/>
        <a:p>
          <a:pPr>
            <a:lnSpc>
              <a:spcPct val="100000"/>
            </a:lnSpc>
          </a:pPr>
          <a:r>
            <a:rPr lang="en-US"/>
            <a:t>• Deposit and withdrawal processing.</a:t>
          </a:r>
        </a:p>
      </dgm:t>
    </dgm:pt>
    <dgm:pt modelId="{801D8FC7-5135-4A17-B775-D8CC00233806}" type="parTrans" cxnId="{5FB9EAAC-DD61-46B2-8BEB-38EEEA31EF4B}">
      <dgm:prSet/>
      <dgm:spPr/>
      <dgm:t>
        <a:bodyPr/>
        <a:lstStyle/>
        <a:p>
          <a:endParaRPr lang="en-US"/>
        </a:p>
      </dgm:t>
    </dgm:pt>
    <dgm:pt modelId="{8EB64B7F-3660-4D0E-B1A9-C666A5F33FC5}" type="sibTrans" cxnId="{5FB9EAAC-DD61-46B2-8BEB-38EEEA31EF4B}">
      <dgm:prSet/>
      <dgm:spPr/>
      <dgm:t>
        <a:bodyPr/>
        <a:lstStyle/>
        <a:p>
          <a:endParaRPr lang="en-US"/>
        </a:p>
      </dgm:t>
    </dgm:pt>
    <dgm:pt modelId="{101C22A1-D2FF-4644-9914-BAAB33B7AB66}">
      <dgm:prSet/>
      <dgm:spPr/>
      <dgm:t>
        <a:bodyPr/>
        <a:lstStyle/>
        <a:p>
          <a:pPr>
            <a:lnSpc>
              <a:spcPct val="100000"/>
            </a:lnSpc>
          </a:pPr>
          <a:r>
            <a:rPr lang="en-US"/>
            <a:t>• Balance enquiry and transaction history.</a:t>
          </a:r>
        </a:p>
      </dgm:t>
    </dgm:pt>
    <dgm:pt modelId="{614F2A5C-92CC-4FBD-B47B-A9FAC2AF066D}" type="parTrans" cxnId="{97A1E35D-2369-4E29-8D7A-97705235EF56}">
      <dgm:prSet/>
      <dgm:spPr/>
      <dgm:t>
        <a:bodyPr/>
        <a:lstStyle/>
        <a:p>
          <a:endParaRPr lang="en-US"/>
        </a:p>
      </dgm:t>
    </dgm:pt>
    <dgm:pt modelId="{0966BAF7-78DC-4D94-BCB7-C651ABD92D51}" type="sibTrans" cxnId="{97A1E35D-2369-4E29-8D7A-97705235EF56}">
      <dgm:prSet/>
      <dgm:spPr/>
      <dgm:t>
        <a:bodyPr/>
        <a:lstStyle/>
        <a:p>
          <a:endParaRPr lang="en-US"/>
        </a:p>
      </dgm:t>
    </dgm:pt>
    <dgm:pt modelId="{56C6B5A2-5434-4C60-865E-A8531FB9CC45}">
      <dgm:prSet/>
      <dgm:spPr/>
      <dgm:t>
        <a:bodyPr/>
        <a:lstStyle/>
        <a:p>
          <a:pPr>
            <a:lnSpc>
              <a:spcPct val="100000"/>
            </a:lnSpc>
          </a:pPr>
          <a:r>
            <a:rPr lang="en-US"/>
            <a:t>• Customer and account search.</a:t>
          </a:r>
        </a:p>
      </dgm:t>
    </dgm:pt>
    <dgm:pt modelId="{9D8C183D-4663-45AA-A77B-9415929C4001}" type="parTrans" cxnId="{EBEA3BB8-C85C-4773-B149-A5CDB01F431E}">
      <dgm:prSet/>
      <dgm:spPr/>
      <dgm:t>
        <a:bodyPr/>
        <a:lstStyle/>
        <a:p>
          <a:endParaRPr lang="en-US"/>
        </a:p>
      </dgm:t>
    </dgm:pt>
    <dgm:pt modelId="{58FF24E3-0A54-40B6-A17D-9EAC44C1DE71}" type="sibTrans" cxnId="{EBEA3BB8-C85C-4773-B149-A5CDB01F431E}">
      <dgm:prSet/>
      <dgm:spPr/>
      <dgm:t>
        <a:bodyPr/>
        <a:lstStyle/>
        <a:p>
          <a:endParaRPr lang="en-US"/>
        </a:p>
      </dgm:t>
    </dgm:pt>
    <dgm:pt modelId="{14685BB4-97A6-45A7-A823-B131E6F2B707}">
      <dgm:prSet/>
      <dgm:spPr/>
      <dgm:t>
        <a:bodyPr/>
        <a:lstStyle/>
        <a:p>
          <a:pPr>
            <a:lnSpc>
              <a:spcPct val="100000"/>
            </a:lnSpc>
          </a:pPr>
          <a:r>
            <a:rPr lang="en-US"/>
            <a:t>• Authentication, authorization and audit records.</a:t>
          </a:r>
        </a:p>
      </dgm:t>
    </dgm:pt>
    <dgm:pt modelId="{6FE13BDA-37F4-4866-BCD1-78D40BA2A405}" type="parTrans" cxnId="{6D717ED8-99F1-4049-AF2E-71AC842FA114}">
      <dgm:prSet/>
      <dgm:spPr/>
      <dgm:t>
        <a:bodyPr/>
        <a:lstStyle/>
        <a:p>
          <a:endParaRPr lang="en-US"/>
        </a:p>
      </dgm:t>
    </dgm:pt>
    <dgm:pt modelId="{18FB0ED2-8220-4195-A11F-3926D96877E2}" type="sibTrans" cxnId="{6D717ED8-99F1-4049-AF2E-71AC842FA114}">
      <dgm:prSet/>
      <dgm:spPr/>
      <dgm:t>
        <a:bodyPr/>
        <a:lstStyle/>
        <a:p>
          <a:endParaRPr lang="en-US"/>
        </a:p>
      </dgm:t>
    </dgm:pt>
    <dgm:pt modelId="{50D7F8E4-988F-4AF7-8123-3324FE4E4F61}">
      <dgm:prSet/>
      <dgm:spPr/>
      <dgm:t>
        <a:bodyPr/>
        <a:lstStyle/>
        <a:p>
          <a:pPr>
            <a:lnSpc>
              <a:spcPct val="100000"/>
            </a:lnSpc>
          </a:pPr>
          <a:r>
            <a:rPr lang="en-US"/>
            <a:t>• Reports for accounts and transactions.</a:t>
          </a:r>
        </a:p>
      </dgm:t>
    </dgm:pt>
    <dgm:pt modelId="{467F8D67-B2C3-407A-93E4-533C78D6B1FC}" type="parTrans" cxnId="{9E6169A2-6012-49D6-98C6-59F1156025E6}">
      <dgm:prSet/>
      <dgm:spPr/>
      <dgm:t>
        <a:bodyPr/>
        <a:lstStyle/>
        <a:p>
          <a:endParaRPr lang="en-US"/>
        </a:p>
      </dgm:t>
    </dgm:pt>
    <dgm:pt modelId="{22B164A0-BE79-4E86-B179-45E294CDCC3E}" type="sibTrans" cxnId="{9E6169A2-6012-49D6-98C6-59F1156025E6}">
      <dgm:prSet/>
      <dgm:spPr/>
      <dgm:t>
        <a:bodyPr/>
        <a:lstStyle/>
        <a:p>
          <a:endParaRPr lang="en-US"/>
        </a:p>
      </dgm:t>
    </dgm:pt>
    <dgm:pt modelId="{508A3AFF-872F-4C0F-8D71-702E86FAD7ED}" type="pres">
      <dgm:prSet presAssocID="{269F54AE-1EC4-4C85-B9CB-0C2AC7ABFB62}" presName="root" presStyleCnt="0">
        <dgm:presLayoutVars>
          <dgm:dir/>
          <dgm:resizeHandles val="exact"/>
        </dgm:presLayoutVars>
      </dgm:prSet>
      <dgm:spPr/>
    </dgm:pt>
    <dgm:pt modelId="{8A6900AC-1A06-4E21-B2F4-A36F1F0562AC}" type="pres">
      <dgm:prSet presAssocID="{C2596502-4FE4-44D1-BFC1-732108709152}" presName="compNode" presStyleCnt="0"/>
      <dgm:spPr/>
    </dgm:pt>
    <dgm:pt modelId="{F7857C06-15CE-4AEA-BEF3-19D9D07B5B62}" type="pres">
      <dgm:prSet presAssocID="{C2596502-4FE4-44D1-BFC1-732108709152}" presName="bgRect" presStyleLbl="bgShp" presStyleIdx="0" presStyleCnt="7"/>
      <dgm:spPr/>
    </dgm:pt>
    <dgm:pt modelId="{AC12A89E-E33C-4D8D-9467-76506C0F8D76}" type="pres">
      <dgm:prSet presAssocID="{C2596502-4FE4-44D1-BFC1-732108709152}" presName="iconRect" presStyleLbl="node1" presStyleIdx="0"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Employee Badge"/>
        </a:ext>
      </dgm:extLst>
    </dgm:pt>
    <dgm:pt modelId="{DD7AEF87-FCB3-4065-A217-AE593210EA32}" type="pres">
      <dgm:prSet presAssocID="{C2596502-4FE4-44D1-BFC1-732108709152}" presName="spaceRect" presStyleCnt="0"/>
      <dgm:spPr/>
    </dgm:pt>
    <dgm:pt modelId="{01DA2100-0964-438E-ADE4-EB1D7BE35608}" type="pres">
      <dgm:prSet presAssocID="{C2596502-4FE4-44D1-BFC1-732108709152}" presName="parTx" presStyleLbl="revTx" presStyleIdx="0" presStyleCnt="7">
        <dgm:presLayoutVars>
          <dgm:chMax val="0"/>
          <dgm:chPref val="0"/>
        </dgm:presLayoutVars>
      </dgm:prSet>
      <dgm:spPr/>
    </dgm:pt>
    <dgm:pt modelId="{DCE35BBA-BA72-4BD7-B432-D5188763A63F}" type="pres">
      <dgm:prSet presAssocID="{253B1226-8F1B-4067-8792-461DBDD6C45D}" presName="sibTrans" presStyleCnt="0"/>
      <dgm:spPr/>
    </dgm:pt>
    <dgm:pt modelId="{D37416DD-FA4C-4904-8F7E-756A0F97FBA0}" type="pres">
      <dgm:prSet presAssocID="{4138922D-4838-4A9F-B285-7DBA3E815AA1}" presName="compNode" presStyleCnt="0"/>
      <dgm:spPr/>
    </dgm:pt>
    <dgm:pt modelId="{5A3C0804-CC8F-42DF-A33A-097855B502A4}" type="pres">
      <dgm:prSet presAssocID="{4138922D-4838-4A9F-B285-7DBA3E815AA1}" presName="bgRect" presStyleLbl="bgShp" presStyleIdx="1" presStyleCnt="7"/>
      <dgm:spPr/>
    </dgm:pt>
    <dgm:pt modelId="{5E3EE8A3-A903-4801-AF39-93F28911E95E}" type="pres">
      <dgm:prSet presAssocID="{4138922D-4838-4A9F-B285-7DBA3E815AA1}" presName="iconRect" presStyleLbl="node1" presStyleIdx="1"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User"/>
        </a:ext>
      </dgm:extLst>
    </dgm:pt>
    <dgm:pt modelId="{BFA68BD5-C0B4-44D0-8C0F-DE93629ABCC9}" type="pres">
      <dgm:prSet presAssocID="{4138922D-4838-4A9F-B285-7DBA3E815AA1}" presName="spaceRect" presStyleCnt="0"/>
      <dgm:spPr/>
    </dgm:pt>
    <dgm:pt modelId="{68500C5A-388D-4D34-A297-C3E7A8AC556A}" type="pres">
      <dgm:prSet presAssocID="{4138922D-4838-4A9F-B285-7DBA3E815AA1}" presName="parTx" presStyleLbl="revTx" presStyleIdx="1" presStyleCnt="7">
        <dgm:presLayoutVars>
          <dgm:chMax val="0"/>
          <dgm:chPref val="0"/>
        </dgm:presLayoutVars>
      </dgm:prSet>
      <dgm:spPr/>
    </dgm:pt>
    <dgm:pt modelId="{BC94917A-53CB-473C-ACF9-DCD8B1D36C83}" type="pres">
      <dgm:prSet presAssocID="{7C483688-0372-4559-B1DF-47B9EFC2CD79}" presName="sibTrans" presStyleCnt="0"/>
      <dgm:spPr/>
    </dgm:pt>
    <dgm:pt modelId="{E6670AA8-F1A1-4B36-B08B-DED795925F98}" type="pres">
      <dgm:prSet presAssocID="{78D4318E-DBC0-4A1B-9170-71271F6C50B6}" presName="compNode" presStyleCnt="0"/>
      <dgm:spPr/>
    </dgm:pt>
    <dgm:pt modelId="{B1F74D7E-A612-4597-81C0-6408B17284C6}" type="pres">
      <dgm:prSet presAssocID="{78D4318E-DBC0-4A1B-9170-71271F6C50B6}" presName="bgRect" presStyleLbl="bgShp" presStyleIdx="2" presStyleCnt="7"/>
      <dgm:spPr/>
    </dgm:pt>
    <dgm:pt modelId="{7841F111-02D7-48C1-97F9-4C389E6FE1C8}" type="pres">
      <dgm:prSet presAssocID="{78D4318E-DBC0-4A1B-9170-71271F6C50B6}" presName="iconRect" presStyleLbl="node1" presStyleIdx="2"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Robber"/>
        </a:ext>
      </dgm:extLst>
    </dgm:pt>
    <dgm:pt modelId="{C487416A-3814-451F-8035-F9B842E5BA14}" type="pres">
      <dgm:prSet presAssocID="{78D4318E-DBC0-4A1B-9170-71271F6C50B6}" presName="spaceRect" presStyleCnt="0"/>
      <dgm:spPr/>
    </dgm:pt>
    <dgm:pt modelId="{AD59A0D3-DE91-49EF-BC0D-70046977CDA1}" type="pres">
      <dgm:prSet presAssocID="{78D4318E-DBC0-4A1B-9170-71271F6C50B6}" presName="parTx" presStyleLbl="revTx" presStyleIdx="2" presStyleCnt="7">
        <dgm:presLayoutVars>
          <dgm:chMax val="0"/>
          <dgm:chPref val="0"/>
        </dgm:presLayoutVars>
      </dgm:prSet>
      <dgm:spPr/>
    </dgm:pt>
    <dgm:pt modelId="{6E0C19DD-D5A2-4BFE-87AF-0D442E1D4C90}" type="pres">
      <dgm:prSet presAssocID="{8EB64B7F-3660-4D0E-B1A9-C666A5F33FC5}" presName="sibTrans" presStyleCnt="0"/>
      <dgm:spPr/>
    </dgm:pt>
    <dgm:pt modelId="{D691182A-E046-4AB8-91F0-2E685BC5ECEC}" type="pres">
      <dgm:prSet presAssocID="{101C22A1-D2FF-4644-9914-BAAB33B7AB66}" presName="compNode" presStyleCnt="0"/>
      <dgm:spPr/>
    </dgm:pt>
    <dgm:pt modelId="{3E7EF333-75DF-458A-95AD-E4E3BAB1B880}" type="pres">
      <dgm:prSet presAssocID="{101C22A1-D2FF-4644-9914-BAAB33B7AB66}" presName="bgRect" presStyleLbl="bgShp" presStyleIdx="3" presStyleCnt="7"/>
      <dgm:spPr/>
    </dgm:pt>
    <dgm:pt modelId="{C8967C51-C6D5-490A-92CD-99484301A97B}" type="pres">
      <dgm:prSet presAssocID="{101C22A1-D2FF-4644-9914-BAAB33B7AB66}" presName="iconRect" presStyleLbl="node1" presStyleIdx="3"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Scales of Justice"/>
        </a:ext>
      </dgm:extLst>
    </dgm:pt>
    <dgm:pt modelId="{480B6D48-D2AD-4F34-B617-EAFBC861A4A9}" type="pres">
      <dgm:prSet presAssocID="{101C22A1-D2FF-4644-9914-BAAB33B7AB66}" presName="spaceRect" presStyleCnt="0"/>
      <dgm:spPr/>
    </dgm:pt>
    <dgm:pt modelId="{3D3858C1-6D0D-44A8-9656-8D1EDF9EEB0D}" type="pres">
      <dgm:prSet presAssocID="{101C22A1-D2FF-4644-9914-BAAB33B7AB66}" presName="parTx" presStyleLbl="revTx" presStyleIdx="3" presStyleCnt="7">
        <dgm:presLayoutVars>
          <dgm:chMax val="0"/>
          <dgm:chPref val="0"/>
        </dgm:presLayoutVars>
      </dgm:prSet>
      <dgm:spPr/>
    </dgm:pt>
    <dgm:pt modelId="{CEDEE478-E10E-4D9D-86EB-E812B0D66D9A}" type="pres">
      <dgm:prSet presAssocID="{0966BAF7-78DC-4D94-BCB7-C651ABD92D51}" presName="sibTrans" presStyleCnt="0"/>
      <dgm:spPr/>
    </dgm:pt>
    <dgm:pt modelId="{39DB017B-E075-43D6-A234-588E42080FE1}" type="pres">
      <dgm:prSet presAssocID="{56C6B5A2-5434-4C60-865E-A8531FB9CC45}" presName="compNode" presStyleCnt="0"/>
      <dgm:spPr/>
    </dgm:pt>
    <dgm:pt modelId="{14C9BE8A-9545-42FD-BCAE-B5B889FED9F8}" type="pres">
      <dgm:prSet presAssocID="{56C6B5A2-5434-4C60-865E-A8531FB9CC45}" presName="bgRect" presStyleLbl="bgShp" presStyleIdx="4" presStyleCnt="7"/>
      <dgm:spPr/>
    </dgm:pt>
    <dgm:pt modelId="{9CF5920A-4921-4969-9F38-0BC95D67CBC3}" type="pres">
      <dgm:prSet presAssocID="{56C6B5A2-5434-4C60-865E-A8531FB9CC45}" presName="iconRect" presStyleLbl="node1" presStyleIdx="4"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dgm:spPr>
      <dgm:extLst>
        <a:ext uri="{E40237B7-FDA0-4F09-8148-C483321AD2D9}">
          <dgm14:cNvPr xmlns:dgm14="http://schemas.microsoft.com/office/drawing/2010/diagram" id="0" name="" descr="Target Audience"/>
        </a:ext>
      </dgm:extLst>
    </dgm:pt>
    <dgm:pt modelId="{034B4331-3C45-4491-8381-A742B8AEE617}" type="pres">
      <dgm:prSet presAssocID="{56C6B5A2-5434-4C60-865E-A8531FB9CC45}" presName="spaceRect" presStyleCnt="0"/>
      <dgm:spPr/>
    </dgm:pt>
    <dgm:pt modelId="{BB7676DD-9DA4-4790-9B32-C81781DFA9F3}" type="pres">
      <dgm:prSet presAssocID="{56C6B5A2-5434-4C60-865E-A8531FB9CC45}" presName="parTx" presStyleLbl="revTx" presStyleIdx="4" presStyleCnt="7">
        <dgm:presLayoutVars>
          <dgm:chMax val="0"/>
          <dgm:chPref val="0"/>
        </dgm:presLayoutVars>
      </dgm:prSet>
      <dgm:spPr/>
    </dgm:pt>
    <dgm:pt modelId="{4A0CE47F-D71F-4938-822E-9B8D79EF0DEB}" type="pres">
      <dgm:prSet presAssocID="{58FF24E3-0A54-40B6-A17D-9EAC44C1DE71}" presName="sibTrans" presStyleCnt="0"/>
      <dgm:spPr/>
    </dgm:pt>
    <dgm:pt modelId="{81106B7C-B801-40FE-B7A9-0DA902E603E1}" type="pres">
      <dgm:prSet presAssocID="{14685BB4-97A6-45A7-A823-B131E6F2B707}" presName="compNode" presStyleCnt="0"/>
      <dgm:spPr/>
    </dgm:pt>
    <dgm:pt modelId="{55D1EF5C-FD6D-4E2B-8BA0-D01CC3CE9014}" type="pres">
      <dgm:prSet presAssocID="{14685BB4-97A6-45A7-A823-B131E6F2B707}" presName="bgRect" presStyleLbl="bgShp" presStyleIdx="5" presStyleCnt="7"/>
      <dgm:spPr/>
    </dgm:pt>
    <dgm:pt modelId="{E7B8A25D-17E0-4E5E-A4A3-68DEC550954F}" type="pres">
      <dgm:prSet presAssocID="{14685BB4-97A6-45A7-A823-B131E6F2B707}" presName="iconRect" presStyleLbl="node1" presStyleIdx="5"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Unlock"/>
        </a:ext>
      </dgm:extLst>
    </dgm:pt>
    <dgm:pt modelId="{95410AC7-5DD8-4763-A383-58D7D0FE24A2}" type="pres">
      <dgm:prSet presAssocID="{14685BB4-97A6-45A7-A823-B131E6F2B707}" presName="spaceRect" presStyleCnt="0"/>
      <dgm:spPr/>
    </dgm:pt>
    <dgm:pt modelId="{1D75BD51-8454-4218-9A32-E4447C7F18C5}" type="pres">
      <dgm:prSet presAssocID="{14685BB4-97A6-45A7-A823-B131E6F2B707}" presName="parTx" presStyleLbl="revTx" presStyleIdx="5" presStyleCnt="7">
        <dgm:presLayoutVars>
          <dgm:chMax val="0"/>
          <dgm:chPref val="0"/>
        </dgm:presLayoutVars>
      </dgm:prSet>
      <dgm:spPr/>
    </dgm:pt>
    <dgm:pt modelId="{0D58091D-5E04-49A6-B0B6-042226F199F2}" type="pres">
      <dgm:prSet presAssocID="{18FB0ED2-8220-4195-A11F-3926D96877E2}" presName="sibTrans" presStyleCnt="0"/>
      <dgm:spPr/>
    </dgm:pt>
    <dgm:pt modelId="{1AAD05FF-5887-4085-91EE-85408A2E8648}" type="pres">
      <dgm:prSet presAssocID="{50D7F8E4-988F-4AF7-8123-3324FE4E4F61}" presName="compNode" presStyleCnt="0"/>
      <dgm:spPr/>
    </dgm:pt>
    <dgm:pt modelId="{6FB555D6-7A32-4A6D-8820-DBAB5B3A45FA}" type="pres">
      <dgm:prSet presAssocID="{50D7F8E4-988F-4AF7-8123-3324FE4E4F61}" presName="bgRect" presStyleLbl="bgShp" presStyleIdx="6" presStyleCnt="7"/>
      <dgm:spPr/>
    </dgm:pt>
    <dgm:pt modelId="{E148F33E-9B92-4CA4-BCE1-0A60B23851D0}" type="pres">
      <dgm:prSet presAssocID="{50D7F8E4-988F-4AF7-8123-3324FE4E4F61}" presName="iconRect" presStyleLbl="node1" presStyleIdx="6"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dgm:spPr>
      <dgm:extLst>
        <a:ext uri="{E40237B7-FDA0-4F09-8148-C483321AD2D9}">
          <dgm14:cNvPr xmlns:dgm14="http://schemas.microsoft.com/office/drawing/2010/diagram" id="0" name="" descr="Register"/>
        </a:ext>
      </dgm:extLst>
    </dgm:pt>
    <dgm:pt modelId="{AB64916C-C31B-4261-9519-026463BA293B}" type="pres">
      <dgm:prSet presAssocID="{50D7F8E4-988F-4AF7-8123-3324FE4E4F61}" presName="spaceRect" presStyleCnt="0"/>
      <dgm:spPr/>
    </dgm:pt>
    <dgm:pt modelId="{B7A8FE46-03E2-47E7-8339-EBD37B6934A7}" type="pres">
      <dgm:prSet presAssocID="{50D7F8E4-988F-4AF7-8123-3324FE4E4F61}" presName="parTx" presStyleLbl="revTx" presStyleIdx="6" presStyleCnt="7">
        <dgm:presLayoutVars>
          <dgm:chMax val="0"/>
          <dgm:chPref val="0"/>
        </dgm:presLayoutVars>
      </dgm:prSet>
      <dgm:spPr/>
    </dgm:pt>
  </dgm:ptLst>
  <dgm:cxnLst>
    <dgm:cxn modelId="{20086A31-C7FA-4BA2-94F6-C02CC9026E99}" type="presOf" srcId="{50D7F8E4-988F-4AF7-8123-3324FE4E4F61}" destId="{B7A8FE46-03E2-47E7-8339-EBD37B6934A7}" srcOrd="0" destOrd="0" presId="urn:microsoft.com/office/officeart/2018/2/layout/IconVerticalSolidList"/>
    <dgm:cxn modelId="{C31E013D-CBFD-4AB7-8F4A-FC19E2245D1B}" srcId="{269F54AE-1EC4-4C85-B9CB-0C2AC7ABFB62}" destId="{4138922D-4838-4A9F-B285-7DBA3E815AA1}" srcOrd="1" destOrd="0" parTransId="{368BC5E6-C0CA-4D15-A141-25943E8689F8}" sibTransId="{7C483688-0372-4559-B1DF-47B9EFC2CD79}"/>
    <dgm:cxn modelId="{1A39143D-C1A9-40D4-98FF-903C14788104}" type="presOf" srcId="{56C6B5A2-5434-4C60-865E-A8531FB9CC45}" destId="{BB7676DD-9DA4-4790-9B32-C81781DFA9F3}" srcOrd="0" destOrd="0" presId="urn:microsoft.com/office/officeart/2018/2/layout/IconVerticalSolidList"/>
    <dgm:cxn modelId="{97A1E35D-2369-4E29-8D7A-97705235EF56}" srcId="{269F54AE-1EC4-4C85-B9CB-0C2AC7ABFB62}" destId="{101C22A1-D2FF-4644-9914-BAAB33B7AB66}" srcOrd="3" destOrd="0" parTransId="{614F2A5C-92CC-4FBD-B47B-A9FAC2AF066D}" sibTransId="{0966BAF7-78DC-4D94-BCB7-C651ABD92D51}"/>
    <dgm:cxn modelId="{F3666348-D8DC-447B-9BEA-63E4A57DBCCA}" srcId="{269F54AE-1EC4-4C85-B9CB-0C2AC7ABFB62}" destId="{C2596502-4FE4-44D1-BFC1-732108709152}" srcOrd="0" destOrd="0" parTransId="{B0140966-D298-4C8F-9991-F9C93167D6D0}" sibTransId="{253B1226-8F1B-4067-8792-461DBDD6C45D}"/>
    <dgm:cxn modelId="{8CFFD66D-761C-4078-98E1-99FF6F99FEE8}" type="presOf" srcId="{14685BB4-97A6-45A7-A823-B131E6F2B707}" destId="{1D75BD51-8454-4218-9A32-E4447C7F18C5}" srcOrd="0" destOrd="0" presId="urn:microsoft.com/office/officeart/2018/2/layout/IconVerticalSolidList"/>
    <dgm:cxn modelId="{AA2C60A1-2430-436B-A121-1B537415ACC4}" type="presOf" srcId="{269F54AE-1EC4-4C85-B9CB-0C2AC7ABFB62}" destId="{508A3AFF-872F-4C0F-8D71-702E86FAD7ED}" srcOrd="0" destOrd="0" presId="urn:microsoft.com/office/officeart/2018/2/layout/IconVerticalSolidList"/>
    <dgm:cxn modelId="{9E6169A2-6012-49D6-98C6-59F1156025E6}" srcId="{269F54AE-1EC4-4C85-B9CB-0C2AC7ABFB62}" destId="{50D7F8E4-988F-4AF7-8123-3324FE4E4F61}" srcOrd="6" destOrd="0" parTransId="{467F8D67-B2C3-407A-93E4-533C78D6B1FC}" sibTransId="{22B164A0-BE79-4E86-B179-45E294CDCC3E}"/>
    <dgm:cxn modelId="{5FB9EAAC-DD61-46B2-8BEB-38EEEA31EF4B}" srcId="{269F54AE-1EC4-4C85-B9CB-0C2AC7ABFB62}" destId="{78D4318E-DBC0-4A1B-9170-71271F6C50B6}" srcOrd="2" destOrd="0" parTransId="{801D8FC7-5135-4A17-B775-D8CC00233806}" sibTransId="{8EB64B7F-3660-4D0E-B1A9-C666A5F33FC5}"/>
    <dgm:cxn modelId="{EBEA3BB8-C85C-4773-B149-A5CDB01F431E}" srcId="{269F54AE-1EC4-4C85-B9CB-0C2AC7ABFB62}" destId="{56C6B5A2-5434-4C60-865E-A8531FB9CC45}" srcOrd="4" destOrd="0" parTransId="{9D8C183D-4663-45AA-A77B-9415929C4001}" sibTransId="{58FF24E3-0A54-40B6-A17D-9EAC44C1DE71}"/>
    <dgm:cxn modelId="{DA26CAC0-C9FC-41E0-924C-6BDDB7B4F0D0}" type="presOf" srcId="{78D4318E-DBC0-4A1B-9170-71271F6C50B6}" destId="{AD59A0D3-DE91-49EF-BC0D-70046977CDA1}" srcOrd="0" destOrd="0" presId="urn:microsoft.com/office/officeart/2018/2/layout/IconVerticalSolidList"/>
    <dgm:cxn modelId="{89B5C3C8-1FB7-41FD-9DA0-8A431382D394}" type="presOf" srcId="{101C22A1-D2FF-4644-9914-BAAB33B7AB66}" destId="{3D3858C1-6D0D-44A8-9656-8D1EDF9EEB0D}" srcOrd="0" destOrd="0" presId="urn:microsoft.com/office/officeart/2018/2/layout/IconVerticalSolidList"/>
    <dgm:cxn modelId="{6D717ED8-99F1-4049-AF2E-71AC842FA114}" srcId="{269F54AE-1EC4-4C85-B9CB-0C2AC7ABFB62}" destId="{14685BB4-97A6-45A7-A823-B131E6F2B707}" srcOrd="5" destOrd="0" parTransId="{6FE13BDA-37F4-4866-BCD1-78D40BA2A405}" sibTransId="{18FB0ED2-8220-4195-A11F-3926D96877E2}"/>
    <dgm:cxn modelId="{13BDC3DA-869B-4623-B4BC-75026B8750EA}" type="presOf" srcId="{4138922D-4838-4A9F-B285-7DBA3E815AA1}" destId="{68500C5A-388D-4D34-A297-C3E7A8AC556A}" srcOrd="0" destOrd="0" presId="urn:microsoft.com/office/officeart/2018/2/layout/IconVerticalSolidList"/>
    <dgm:cxn modelId="{21FA17DB-E5C2-4043-A949-3803441319DF}" type="presOf" srcId="{C2596502-4FE4-44D1-BFC1-732108709152}" destId="{01DA2100-0964-438E-ADE4-EB1D7BE35608}" srcOrd="0" destOrd="0" presId="urn:microsoft.com/office/officeart/2018/2/layout/IconVerticalSolidList"/>
    <dgm:cxn modelId="{6E0F16CF-E4AB-4A36-AA87-B96CEF2F31FF}" type="presParOf" srcId="{508A3AFF-872F-4C0F-8D71-702E86FAD7ED}" destId="{8A6900AC-1A06-4E21-B2F4-A36F1F0562AC}" srcOrd="0" destOrd="0" presId="urn:microsoft.com/office/officeart/2018/2/layout/IconVerticalSolidList"/>
    <dgm:cxn modelId="{0197E03B-C881-42CD-84D3-8D3A42EFB9C8}" type="presParOf" srcId="{8A6900AC-1A06-4E21-B2F4-A36F1F0562AC}" destId="{F7857C06-15CE-4AEA-BEF3-19D9D07B5B62}" srcOrd="0" destOrd="0" presId="urn:microsoft.com/office/officeart/2018/2/layout/IconVerticalSolidList"/>
    <dgm:cxn modelId="{12AA3843-DA04-4AE1-AAE5-07B3B94FAB1C}" type="presParOf" srcId="{8A6900AC-1A06-4E21-B2F4-A36F1F0562AC}" destId="{AC12A89E-E33C-4D8D-9467-76506C0F8D76}" srcOrd="1" destOrd="0" presId="urn:microsoft.com/office/officeart/2018/2/layout/IconVerticalSolidList"/>
    <dgm:cxn modelId="{F26095C3-900D-4E54-980F-0A35362FAF02}" type="presParOf" srcId="{8A6900AC-1A06-4E21-B2F4-A36F1F0562AC}" destId="{DD7AEF87-FCB3-4065-A217-AE593210EA32}" srcOrd="2" destOrd="0" presId="urn:microsoft.com/office/officeart/2018/2/layout/IconVerticalSolidList"/>
    <dgm:cxn modelId="{CE8C5D2C-C1B4-4467-B5AA-747943D71513}" type="presParOf" srcId="{8A6900AC-1A06-4E21-B2F4-A36F1F0562AC}" destId="{01DA2100-0964-438E-ADE4-EB1D7BE35608}" srcOrd="3" destOrd="0" presId="urn:microsoft.com/office/officeart/2018/2/layout/IconVerticalSolidList"/>
    <dgm:cxn modelId="{4D44588A-EEB2-4CF7-95D7-488FD13A4E28}" type="presParOf" srcId="{508A3AFF-872F-4C0F-8D71-702E86FAD7ED}" destId="{DCE35BBA-BA72-4BD7-B432-D5188763A63F}" srcOrd="1" destOrd="0" presId="urn:microsoft.com/office/officeart/2018/2/layout/IconVerticalSolidList"/>
    <dgm:cxn modelId="{2A5C3ACF-64E9-4660-91BE-59AC6484EE2A}" type="presParOf" srcId="{508A3AFF-872F-4C0F-8D71-702E86FAD7ED}" destId="{D37416DD-FA4C-4904-8F7E-756A0F97FBA0}" srcOrd="2" destOrd="0" presId="urn:microsoft.com/office/officeart/2018/2/layout/IconVerticalSolidList"/>
    <dgm:cxn modelId="{7B34045D-5709-459C-8543-FB7A9947B50D}" type="presParOf" srcId="{D37416DD-FA4C-4904-8F7E-756A0F97FBA0}" destId="{5A3C0804-CC8F-42DF-A33A-097855B502A4}" srcOrd="0" destOrd="0" presId="urn:microsoft.com/office/officeart/2018/2/layout/IconVerticalSolidList"/>
    <dgm:cxn modelId="{E111B470-5009-4BE4-A272-B930BE4A13D0}" type="presParOf" srcId="{D37416DD-FA4C-4904-8F7E-756A0F97FBA0}" destId="{5E3EE8A3-A903-4801-AF39-93F28911E95E}" srcOrd="1" destOrd="0" presId="urn:microsoft.com/office/officeart/2018/2/layout/IconVerticalSolidList"/>
    <dgm:cxn modelId="{7676251B-DB6C-45BC-A18D-207BFE2ACF97}" type="presParOf" srcId="{D37416DD-FA4C-4904-8F7E-756A0F97FBA0}" destId="{BFA68BD5-C0B4-44D0-8C0F-DE93629ABCC9}" srcOrd="2" destOrd="0" presId="urn:microsoft.com/office/officeart/2018/2/layout/IconVerticalSolidList"/>
    <dgm:cxn modelId="{6AB0FA8C-5475-450F-9335-E2D5B3CB9D78}" type="presParOf" srcId="{D37416DD-FA4C-4904-8F7E-756A0F97FBA0}" destId="{68500C5A-388D-4D34-A297-C3E7A8AC556A}" srcOrd="3" destOrd="0" presId="urn:microsoft.com/office/officeart/2018/2/layout/IconVerticalSolidList"/>
    <dgm:cxn modelId="{72E9C563-0613-4332-9883-925E343CFB89}" type="presParOf" srcId="{508A3AFF-872F-4C0F-8D71-702E86FAD7ED}" destId="{BC94917A-53CB-473C-ACF9-DCD8B1D36C83}" srcOrd="3" destOrd="0" presId="urn:microsoft.com/office/officeart/2018/2/layout/IconVerticalSolidList"/>
    <dgm:cxn modelId="{A7F5C8B9-FC8E-4684-9FE9-49A31BF1FCB3}" type="presParOf" srcId="{508A3AFF-872F-4C0F-8D71-702E86FAD7ED}" destId="{E6670AA8-F1A1-4B36-B08B-DED795925F98}" srcOrd="4" destOrd="0" presId="urn:microsoft.com/office/officeart/2018/2/layout/IconVerticalSolidList"/>
    <dgm:cxn modelId="{36F71EAC-394F-4703-9092-90EE5DE2D48E}" type="presParOf" srcId="{E6670AA8-F1A1-4B36-B08B-DED795925F98}" destId="{B1F74D7E-A612-4597-81C0-6408B17284C6}" srcOrd="0" destOrd="0" presId="urn:microsoft.com/office/officeart/2018/2/layout/IconVerticalSolidList"/>
    <dgm:cxn modelId="{C2AE72D0-D866-4896-B744-48E4045FBD55}" type="presParOf" srcId="{E6670AA8-F1A1-4B36-B08B-DED795925F98}" destId="{7841F111-02D7-48C1-97F9-4C389E6FE1C8}" srcOrd="1" destOrd="0" presId="urn:microsoft.com/office/officeart/2018/2/layout/IconVerticalSolidList"/>
    <dgm:cxn modelId="{0EB1B464-7F32-46BB-B4A8-55BF8732ADA4}" type="presParOf" srcId="{E6670AA8-F1A1-4B36-B08B-DED795925F98}" destId="{C487416A-3814-451F-8035-F9B842E5BA14}" srcOrd="2" destOrd="0" presId="urn:microsoft.com/office/officeart/2018/2/layout/IconVerticalSolidList"/>
    <dgm:cxn modelId="{B439B760-547B-449C-A460-2C9CD393222A}" type="presParOf" srcId="{E6670AA8-F1A1-4B36-B08B-DED795925F98}" destId="{AD59A0D3-DE91-49EF-BC0D-70046977CDA1}" srcOrd="3" destOrd="0" presId="urn:microsoft.com/office/officeart/2018/2/layout/IconVerticalSolidList"/>
    <dgm:cxn modelId="{0BD8A222-5906-4CB7-B8B6-EACCE800CD86}" type="presParOf" srcId="{508A3AFF-872F-4C0F-8D71-702E86FAD7ED}" destId="{6E0C19DD-D5A2-4BFE-87AF-0D442E1D4C90}" srcOrd="5" destOrd="0" presId="urn:microsoft.com/office/officeart/2018/2/layout/IconVerticalSolidList"/>
    <dgm:cxn modelId="{86475919-BB8D-43C4-9C80-53F2EF44C2B9}" type="presParOf" srcId="{508A3AFF-872F-4C0F-8D71-702E86FAD7ED}" destId="{D691182A-E046-4AB8-91F0-2E685BC5ECEC}" srcOrd="6" destOrd="0" presId="urn:microsoft.com/office/officeart/2018/2/layout/IconVerticalSolidList"/>
    <dgm:cxn modelId="{DD13E056-2DE5-4B18-BB35-3F48532C0B2E}" type="presParOf" srcId="{D691182A-E046-4AB8-91F0-2E685BC5ECEC}" destId="{3E7EF333-75DF-458A-95AD-E4E3BAB1B880}" srcOrd="0" destOrd="0" presId="urn:microsoft.com/office/officeart/2018/2/layout/IconVerticalSolidList"/>
    <dgm:cxn modelId="{8C5801D7-BEFD-4C90-A336-1D6D322EEB1E}" type="presParOf" srcId="{D691182A-E046-4AB8-91F0-2E685BC5ECEC}" destId="{C8967C51-C6D5-490A-92CD-99484301A97B}" srcOrd="1" destOrd="0" presId="urn:microsoft.com/office/officeart/2018/2/layout/IconVerticalSolidList"/>
    <dgm:cxn modelId="{158B416C-2CB7-465F-AF07-C9664CDD7EF4}" type="presParOf" srcId="{D691182A-E046-4AB8-91F0-2E685BC5ECEC}" destId="{480B6D48-D2AD-4F34-B617-EAFBC861A4A9}" srcOrd="2" destOrd="0" presId="urn:microsoft.com/office/officeart/2018/2/layout/IconVerticalSolidList"/>
    <dgm:cxn modelId="{A07F34D7-4C79-4DFD-B295-493571045EFB}" type="presParOf" srcId="{D691182A-E046-4AB8-91F0-2E685BC5ECEC}" destId="{3D3858C1-6D0D-44A8-9656-8D1EDF9EEB0D}" srcOrd="3" destOrd="0" presId="urn:microsoft.com/office/officeart/2018/2/layout/IconVerticalSolidList"/>
    <dgm:cxn modelId="{0F077775-9861-4428-8008-C589060AA3E0}" type="presParOf" srcId="{508A3AFF-872F-4C0F-8D71-702E86FAD7ED}" destId="{CEDEE478-E10E-4D9D-86EB-E812B0D66D9A}" srcOrd="7" destOrd="0" presId="urn:microsoft.com/office/officeart/2018/2/layout/IconVerticalSolidList"/>
    <dgm:cxn modelId="{073E47D1-3AE7-45CB-9B76-AD202B96FC3D}" type="presParOf" srcId="{508A3AFF-872F-4C0F-8D71-702E86FAD7ED}" destId="{39DB017B-E075-43D6-A234-588E42080FE1}" srcOrd="8" destOrd="0" presId="urn:microsoft.com/office/officeart/2018/2/layout/IconVerticalSolidList"/>
    <dgm:cxn modelId="{3A309E3E-0C10-42AB-AA2F-0A63072F90FE}" type="presParOf" srcId="{39DB017B-E075-43D6-A234-588E42080FE1}" destId="{14C9BE8A-9545-42FD-BCAE-B5B889FED9F8}" srcOrd="0" destOrd="0" presId="urn:microsoft.com/office/officeart/2018/2/layout/IconVerticalSolidList"/>
    <dgm:cxn modelId="{B3D75E81-512B-430C-8B37-52DA91846FC5}" type="presParOf" srcId="{39DB017B-E075-43D6-A234-588E42080FE1}" destId="{9CF5920A-4921-4969-9F38-0BC95D67CBC3}" srcOrd="1" destOrd="0" presId="urn:microsoft.com/office/officeart/2018/2/layout/IconVerticalSolidList"/>
    <dgm:cxn modelId="{5E0F69B5-ABB9-45A4-B539-E85FEA2096AB}" type="presParOf" srcId="{39DB017B-E075-43D6-A234-588E42080FE1}" destId="{034B4331-3C45-4491-8381-A742B8AEE617}" srcOrd="2" destOrd="0" presId="urn:microsoft.com/office/officeart/2018/2/layout/IconVerticalSolidList"/>
    <dgm:cxn modelId="{C5A4BC65-B71A-4CAB-8180-0FF4502B78F6}" type="presParOf" srcId="{39DB017B-E075-43D6-A234-588E42080FE1}" destId="{BB7676DD-9DA4-4790-9B32-C81781DFA9F3}" srcOrd="3" destOrd="0" presId="urn:microsoft.com/office/officeart/2018/2/layout/IconVerticalSolidList"/>
    <dgm:cxn modelId="{FAA3379C-F377-43A4-8BF1-00E33DCE7F68}" type="presParOf" srcId="{508A3AFF-872F-4C0F-8D71-702E86FAD7ED}" destId="{4A0CE47F-D71F-4938-822E-9B8D79EF0DEB}" srcOrd="9" destOrd="0" presId="urn:microsoft.com/office/officeart/2018/2/layout/IconVerticalSolidList"/>
    <dgm:cxn modelId="{0E6FC9CF-2BD4-4576-ADBB-37736FD04823}" type="presParOf" srcId="{508A3AFF-872F-4C0F-8D71-702E86FAD7ED}" destId="{81106B7C-B801-40FE-B7A9-0DA902E603E1}" srcOrd="10" destOrd="0" presId="urn:microsoft.com/office/officeart/2018/2/layout/IconVerticalSolidList"/>
    <dgm:cxn modelId="{E1279547-D602-450D-99FC-6FC1A12F8A9F}" type="presParOf" srcId="{81106B7C-B801-40FE-B7A9-0DA902E603E1}" destId="{55D1EF5C-FD6D-4E2B-8BA0-D01CC3CE9014}" srcOrd="0" destOrd="0" presId="urn:microsoft.com/office/officeart/2018/2/layout/IconVerticalSolidList"/>
    <dgm:cxn modelId="{282B1215-E0BA-4DE3-9981-ED49E87A8F6F}" type="presParOf" srcId="{81106B7C-B801-40FE-B7A9-0DA902E603E1}" destId="{E7B8A25D-17E0-4E5E-A4A3-68DEC550954F}" srcOrd="1" destOrd="0" presId="urn:microsoft.com/office/officeart/2018/2/layout/IconVerticalSolidList"/>
    <dgm:cxn modelId="{52FB4429-29B2-42E8-BBA2-5D809A240089}" type="presParOf" srcId="{81106B7C-B801-40FE-B7A9-0DA902E603E1}" destId="{95410AC7-5DD8-4763-A383-58D7D0FE24A2}" srcOrd="2" destOrd="0" presId="urn:microsoft.com/office/officeart/2018/2/layout/IconVerticalSolidList"/>
    <dgm:cxn modelId="{A472E250-6081-476C-B677-7C1382EF6A67}" type="presParOf" srcId="{81106B7C-B801-40FE-B7A9-0DA902E603E1}" destId="{1D75BD51-8454-4218-9A32-E4447C7F18C5}" srcOrd="3" destOrd="0" presId="urn:microsoft.com/office/officeart/2018/2/layout/IconVerticalSolidList"/>
    <dgm:cxn modelId="{404BBE49-204A-45FA-A888-046A4D8C1C15}" type="presParOf" srcId="{508A3AFF-872F-4C0F-8D71-702E86FAD7ED}" destId="{0D58091D-5E04-49A6-B0B6-042226F199F2}" srcOrd="11" destOrd="0" presId="urn:microsoft.com/office/officeart/2018/2/layout/IconVerticalSolidList"/>
    <dgm:cxn modelId="{50841058-F1FC-4C20-9CD0-9262BE71469E}" type="presParOf" srcId="{508A3AFF-872F-4C0F-8D71-702E86FAD7ED}" destId="{1AAD05FF-5887-4085-91EE-85408A2E8648}" srcOrd="12" destOrd="0" presId="urn:microsoft.com/office/officeart/2018/2/layout/IconVerticalSolidList"/>
    <dgm:cxn modelId="{44634951-9F02-47FD-9F11-921A33638B01}" type="presParOf" srcId="{1AAD05FF-5887-4085-91EE-85408A2E8648}" destId="{6FB555D6-7A32-4A6D-8820-DBAB5B3A45FA}" srcOrd="0" destOrd="0" presId="urn:microsoft.com/office/officeart/2018/2/layout/IconVerticalSolidList"/>
    <dgm:cxn modelId="{4CD02812-0FC5-451F-AA62-FA17AA079B28}" type="presParOf" srcId="{1AAD05FF-5887-4085-91EE-85408A2E8648}" destId="{E148F33E-9B92-4CA4-BCE1-0A60B23851D0}" srcOrd="1" destOrd="0" presId="urn:microsoft.com/office/officeart/2018/2/layout/IconVerticalSolidList"/>
    <dgm:cxn modelId="{DBB0F967-9276-4506-82FB-FD128167518D}" type="presParOf" srcId="{1AAD05FF-5887-4085-91EE-85408A2E8648}" destId="{AB64916C-C31B-4261-9519-026463BA293B}" srcOrd="2" destOrd="0" presId="urn:microsoft.com/office/officeart/2018/2/layout/IconVerticalSolidList"/>
    <dgm:cxn modelId="{348E7C68-31BE-47E0-A2BC-AFDAD4D1B454}" type="presParOf" srcId="{1AAD05FF-5887-4085-91EE-85408A2E8648}" destId="{B7A8FE46-03E2-47E7-8339-EBD37B6934A7}"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00055BB-0852-4D99-AF56-DE159C3F46E2}" type="doc">
      <dgm:prSet loTypeId="urn:microsoft.com/office/officeart/2018/2/layout/IconVerticalSolidList" loCatId="icon" qsTypeId="urn:microsoft.com/office/officeart/2005/8/quickstyle/simple1#11" qsCatId="simple" csTypeId="urn:microsoft.com/office/officeart/2005/8/colors/accent1_2#11" csCatId="accent1" phldr="1"/>
      <dgm:spPr/>
      <dgm:t>
        <a:bodyPr/>
        <a:lstStyle/>
        <a:p>
          <a:endParaRPr lang="en-US"/>
        </a:p>
      </dgm:t>
    </dgm:pt>
    <dgm:pt modelId="{336734B6-E5F1-432D-9183-8BD355AD0DBE}">
      <dgm:prSet/>
      <dgm:spPr/>
      <dgm:t>
        <a:bodyPr/>
        <a:lstStyle/>
        <a:p>
          <a:pPr>
            <a:lnSpc>
              <a:spcPct val="100000"/>
            </a:lnSpc>
          </a:pPr>
          <a:r>
            <a:rPr lang="en-US"/>
            <a:t>• Security – protect customer and transaction data.</a:t>
          </a:r>
        </a:p>
      </dgm:t>
    </dgm:pt>
    <dgm:pt modelId="{84D9815B-9049-464D-9100-D3CC8FE3DE84}" type="parTrans" cxnId="{618EFB49-0318-417E-A386-DA1DD565EC2D}">
      <dgm:prSet/>
      <dgm:spPr/>
      <dgm:t>
        <a:bodyPr/>
        <a:lstStyle/>
        <a:p>
          <a:endParaRPr lang="en-US"/>
        </a:p>
      </dgm:t>
    </dgm:pt>
    <dgm:pt modelId="{3963A510-131B-4C55-A00C-304D57AF757C}" type="sibTrans" cxnId="{618EFB49-0318-417E-A386-DA1DD565EC2D}">
      <dgm:prSet/>
      <dgm:spPr/>
      <dgm:t>
        <a:bodyPr/>
        <a:lstStyle/>
        <a:p>
          <a:endParaRPr lang="en-US"/>
        </a:p>
      </dgm:t>
    </dgm:pt>
    <dgm:pt modelId="{DD6FA755-3033-476C-B6C3-EF5A7492D331}">
      <dgm:prSet/>
      <dgm:spPr/>
      <dgm:t>
        <a:bodyPr/>
        <a:lstStyle/>
        <a:p>
          <a:pPr>
            <a:lnSpc>
              <a:spcPct val="100000"/>
            </a:lnSpc>
          </a:pPr>
          <a:r>
            <a:rPr lang="en-US"/>
            <a:t>• Reliability – transactions must be recorded correctly.</a:t>
          </a:r>
        </a:p>
      </dgm:t>
    </dgm:pt>
    <dgm:pt modelId="{4DEC962B-F7DA-42CF-9171-919DFB497E05}" type="parTrans" cxnId="{F2961E82-2996-4CFB-9049-D176FA9FE09C}">
      <dgm:prSet/>
      <dgm:spPr/>
      <dgm:t>
        <a:bodyPr/>
        <a:lstStyle/>
        <a:p>
          <a:endParaRPr lang="en-US"/>
        </a:p>
      </dgm:t>
    </dgm:pt>
    <dgm:pt modelId="{40C0EA86-0164-4EF0-A66D-5A5A312DDD72}" type="sibTrans" cxnId="{F2961E82-2996-4CFB-9049-D176FA9FE09C}">
      <dgm:prSet/>
      <dgm:spPr/>
      <dgm:t>
        <a:bodyPr/>
        <a:lstStyle/>
        <a:p>
          <a:endParaRPr lang="en-US"/>
        </a:p>
      </dgm:t>
    </dgm:pt>
    <dgm:pt modelId="{F7BD97E2-A1D4-4619-95FB-14F9CD296BE3}">
      <dgm:prSet/>
      <dgm:spPr/>
      <dgm:t>
        <a:bodyPr/>
        <a:lstStyle/>
        <a:p>
          <a:pPr>
            <a:lnSpc>
              <a:spcPct val="100000"/>
            </a:lnSpc>
          </a:pPr>
          <a:r>
            <a:rPr lang="en-US"/>
            <a:t>• Performance – common queries should respond quickly.</a:t>
          </a:r>
        </a:p>
      </dgm:t>
    </dgm:pt>
    <dgm:pt modelId="{1479E356-C95B-441E-899F-BC2A475C73C6}" type="parTrans" cxnId="{33ED1CCF-59FC-492C-BE56-EF806E1AE136}">
      <dgm:prSet/>
      <dgm:spPr/>
      <dgm:t>
        <a:bodyPr/>
        <a:lstStyle/>
        <a:p>
          <a:endParaRPr lang="en-US"/>
        </a:p>
      </dgm:t>
    </dgm:pt>
    <dgm:pt modelId="{A4F659D1-304B-4D52-90E9-3B6D819611F7}" type="sibTrans" cxnId="{33ED1CCF-59FC-492C-BE56-EF806E1AE136}">
      <dgm:prSet/>
      <dgm:spPr/>
      <dgm:t>
        <a:bodyPr/>
        <a:lstStyle/>
        <a:p>
          <a:endParaRPr lang="en-US"/>
        </a:p>
      </dgm:t>
    </dgm:pt>
    <dgm:pt modelId="{64EF6972-6316-48F6-A8E4-2E4C038A5C60}">
      <dgm:prSet/>
      <dgm:spPr/>
      <dgm:t>
        <a:bodyPr/>
        <a:lstStyle/>
        <a:p>
          <a:pPr>
            <a:lnSpc>
              <a:spcPct val="100000"/>
            </a:lnSpc>
          </a:pPr>
          <a:r>
            <a:rPr lang="en-US"/>
            <a:t>• Availability – authorized users should be able to access the system when required.</a:t>
          </a:r>
        </a:p>
      </dgm:t>
    </dgm:pt>
    <dgm:pt modelId="{46286DB7-417A-49A4-8052-44D5ADB026F8}" type="parTrans" cxnId="{AB074321-2A38-4777-ABA0-CE240D856505}">
      <dgm:prSet/>
      <dgm:spPr/>
      <dgm:t>
        <a:bodyPr/>
        <a:lstStyle/>
        <a:p>
          <a:endParaRPr lang="en-US"/>
        </a:p>
      </dgm:t>
    </dgm:pt>
    <dgm:pt modelId="{074199AC-59A9-4B44-BA65-672120CCB583}" type="sibTrans" cxnId="{AB074321-2A38-4777-ABA0-CE240D856505}">
      <dgm:prSet/>
      <dgm:spPr/>
      <dgm:t>
        <a:bodyPr/>
        <a:lstStyle/>
        <a:p>
          <a:endParaRPr lang="en-US"/>
        </a:p>
      </dgm:t>
    </dgm:pt>
    <dgm:pt modelId="{A3E836A9-CCC2-4F58-975A-64555F4420DB}">
      <dgm:prSet/>
      <dgm:spPr/>
      <dgm:t>
        <a:bodyPr/>
        <a:lstStyle/>
        <a:p>
          <a:pPr>
            <a:lnSpc>
              <a:spcPct val="100000"/>
            </a:lnSpc>
          </a:pPr>
          <a:r>
            <a:rPr lang="en-US"/>
            <a:t>• Scalability – support growth in customers and transactions.</a:t>
          </a:r>
        </a:p>
      </dgm:t>
    </dgm:pt>
    <dgm:pt modelId="{6511EBDE-F94F-477F-AC5B-FAC98ABDED31}" type="parTrans" cxnId="{419744EC-359F-4C09-A7F6-FACAE312865D}">
      <dgm:prSet/>
      <dgm:spPr/>
      <dgm:t>
        <a:bodyPr/>
        <a:lstStyle/>
        <a:p>
          <a:endParaRPr lang="en-US"/>
        </a:p>
      </dgm:t>
    </dgm:pt>
    <dgm:pt modelId="{F7DB7448-6E8A-487F-9E5C-E3B691DF610D}" type="sibTrans" cxnId="{419744EC-359F-4C09-A7F6-FACAE312865D}">
      <dgm:prSet/>
      <dgm:spPr/>
      <dgm:t>
        <a:bodyPr/>
        <a:lstStyle/>
        <a:p>
          <a:endParaRPr lang="en-US"/>
        </a:p>
      </dgm:t>
    </dgm:pt>
    <dgm:pt modelId="{0670C07B-3232-44A6-9B30-0B65732D43C0}">
      <dgm:prSet/>
      <dgm:spPr/>
      <dgm:t>
        <a:bodyPr/>
        <a:lstStyle/>
        <a:p>
          <a:pPr>
            <a:lnSpc>
              <a:spcPct val="100000"/>
            </a:lnSpc>
          </a:pPr>
          <a:r>
            <a:rPr lang="en-US"/>
            <a:t>• Maintainability – database and application should be easy to update.</a:t>
          </a:r>
        </a:p>
      </dgm:t>
    </dgm:pt>
    <dgm:pt modelId="{F2ED28E9-E517-4DD4-B082-64B127D1D6CA}" type="parTrans" cxnId="{E2CF6664-722B-4FFE-8F8E-E0DB5D0F373F}">
      <dgm:prSet/>
      <dgm:spPr/>
      <dgm:t>
        <a:bodyPr/>
        <a:lstStyle/>
        <a:p>
          <a:endParaRPr lang="en-US"/>
        </a:p>
      </dgm:t>
    </dgm:pt>
    <dgm:pt modelId="{41BE5730-E888-4105-81F6-7303797FE872}" type="sibTrans" cxnId="{E2CF6664-722B-4FFE-8F8E-E0DB5D0F373F}">
      <dgm:prSet/>
      <dgm:spPr/>
      <dgm:t>
        <a:bodyPr/>
        <a:lstStyle/>
        <a:p>
          <a:endParaRPr lang="en-US"/>
        </a:p>
      </dgm:t>
    </dgm:pt>
    <dgm:pt modelId="{C3375867-B4BD-4BE0-A9B9-BBA8BA3EB8FA}" type="pres">
      <dgm:prSet presAssocID="{600055BB-0852-4D99-AF56-DE159C3F46E2}" presName="root" presStyleCnt="0">
        <dgm:presLayoutVars>
          <dgm:dir/>
          <dgm:resizeHandles val="exact"/>
        </dgm:presLayoutVars>
      </dgm:prSet>
      <dgm:spPr/>
    </dgm:pt>
    <dgm:pt modelId="{8686FC4C-63AB-4FAB-8A7D-ED1C837B58C3}" type="pres">
      <dgm:prSet presAssocID="{336734B6-E5F1-432D-9183-8BD355AD0DBE}" presName="compNode" presStyleCnt="0"/>
      <dgm:spPr/>
    </dgm:pt>
    <dgm:pt modelId="{5C28F436-EC70-42E4-A6B8-7CB7A73AE509}" type="pres">
      <dgm:prSet presAssocID="{336734B6-E5F1-432D-9183-8BD355AD0DBE}" presName="bgRect" presStyleLbl="bgShp" presStyleIdx="0" presStyleCnt="6"/>
      <dgm:spPr/>
    </dgm:pt>
    <dgm:pt modelId="{0D4DD09F-6A41-45D8-98F3-73DDD4D503B7}" type="pres">
      <dgm:prSet presAssocID="{336734B6-E5F1-432D-9183-8BD355AD0DBE}" presName="iconRect" presStyleLbl="node1" presStyleIdx="0"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Lock"/>
        </a:ext>
      </dgm:extLst>
    </dgm:pt>
    <dgm:pt modelId="{2249478C-90E7-4B0E-AFE4-8CF750280BF2}" type="pres">
      <dgm:prSet presAssocID="{336734B6-E5F1-432D-9183-8BD355AD0DBE}" presName="spaceRect" presStyleCnt="0"/>
      <dgm:spPr/>
    </dgm:pt>
    <dgm:pt modelId="{F287D995-11F0-461C-874E-FB282AB5A95E}" type="pres">
      <dgm:prSet presAssocID="{336734B6-E5F1-432D-9183-8BD355AD0DBE}" presName="parTx" presStyleLbl="revTx" presStyleIdx="0" presStyleCnt="6">
        <dgm:presLayoutVars>
          <dgm:chMax val="0"/>
          <dgm:chPref val="0"/>
        </dgm:presLayoutVars>
      </dgm:prSet>
      <dgm:spPr/>
    </dgm:pt>
    <dgm:pt modelId="{D01BDA0E-CB45-44D3-9906-1DC3BB9E52A0}" type="pres">
      <dgm:prSet presAssocID="{3963A510-131B-4C55-A00C-304D57AF757C}" presName="sibTrans" presStyleCnt="0"/>
      <dgm:spPr/>
    </dgm:pt>
    <dgm:pt modelId="{3E824C6B-14C1-4576-94C2-3184D45DF9BB}" type="pres">
      <dgm:prSet presAssocID="{DD6FA755-3033-476C-B6C3-EF5A7492D331}" presName="compNode" presStyleCnt="0"/>
      <dgm:spPr/>
    </dgm:pt>
    <dgm:pt modelId="{A4ACB80A-DA4A-4A16-9FEB-571DBD126CC4}" type="pres">
      <dgm:prSet presAssocID="{DD6FA755-3033-476C-B6C3-EF5A7492D331}" presName="bgRect" presStyleLbl="bgShp" presStyleIdx="1" presStyleCnt="6"/>
      <dgm:spPr/>
    </dgm:pt>
    <dgm:pt modelId="{1753166F-C952-4B3B-9CFF-2AC9A537FB6F}" type="pres">
      <dgm:prSet presAssocID="{DD6FA755-3033-476C-B6C3-EF5A7492D331}" presName="iconRect" presStyleLbl="node1" presStyleIdx="1"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Contract"/>
        </a:ext>
      </dgm:extLst>
    </dgm:pt>
    <dgm:pt modelId="{CEAF7887-75A9-4994-B25A-C9C540084B63}" type="pres">
      <dgm:prSet presAssocID="{DD6FA755-3033-476C-B6C3-EF5A7492D331}" presName="spaceRect" presStyleCnt="0"/>
      <dgm:spPr/>
    </dgm:pt>
    <dgm:pt modelId="{75F0662D-2733-4FE3-9ACF-CBA4132F5017}" type="pres">
      <dgm:prSet presAssocID="{DD6FA755-3033-476C-B6C3-EF5A7492D331}" presName="parTx" presStyleLbl="revTx" presStyleIdx="1" presStyleCnt="6">
        <dgm:presLayoutVars>
          <dgm:chMax val="0"/>
          <dgm:chPref val="0"/>
        </dgm:presLayoutVars>
      </dgm:prSet>
      <dgm:spPr/>
    </dgm:pt>
    <dgm:pt modelId="{7026E3C9-CDE2-4E47-82BF-4EFDBF71F1EF}" type="pres">
      <dgm:prSet presAssocID="{40C0EA86-0164-4EF0-A66D-5A5A312DDD72}" presName="sibTrans" presStyleCnt="0"/>
      <dgm:spPr/>
    </dgm:pt>
    <dgm:pt modelId="{BA332A68-649C-4810-AE43-84C4709EC562}" type="pres">
      <dgm:prSet presAssocID="{F7BD97E2-A1D4-4619-95FB-14F9CD296BE3}" presName="compNode" presStyleCnt="0"/>
      <dgm:spPr/>
    </dgm:pt>
    <dgm:pt modelId="{23675DEB-31F5-4E52-BF3C-CE86D7ECA82B}" type="pres">
      <dgm:prSet presAssocID="{F7BD97E2-A1D4-4619-95FB-14F9CD296BE3}" presName="bgRect" presStyleLbl="bgShp" presStyleIdx="2" presStyleCnt="6"/>
      <dgm:spPr/>
    </dgm:pt>
    <dgm:pt modelId="{00759EAB-C8CE-4008-B4A5-1DDFED29352D}" type="pres">
      <dgm:prSet presAssocID="{F7BD97E2-A1D4-4619-95FB-14F9CD296BE3}" presName="iconRect" presStyleLbl="node1" presStyleIdx="2"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Programmer"/>
        </a:ext>
      </dgm:extLst>
    </dgm:pt>
    <dgm:pt modelId="{7758B011-4275-4D56-93AC-B868316A8383}" type="pres">
      <dgm:prSet presAssocID="{F7BD97E2-A1D4-4619-95FB-14F9CD296BE3}" presName="spaceRect" presStyleCnt="0"/>
      <dgm:spPr/>
    </dgm:pt>
    <dgm:pt modelId="{C5882B55-0484-45B3-BD2B-8C4456CF2E96}" type="pres">
      <dgm:prSet presAssocID="{F7BD97E2-A1D4-4619-95FB-14F9CD296BE3}" presName="parTx" presStyleLbl="revTx" presStyleIdx="2" presStyleCnt="6">
        <dgm:presLayoutVars>
          <dgm:chMax val="0"/>
          <dgm:chPref val="0"/>
        </dgm:presLayoutVars>
      </dgm:prSet>
      <dgm:spPr/>
    </dgm:pt>
    <dgm:pt modelId="{F34638BB-3AD8-4D1B-BDDE-E43F84D1C9B4}" type="pres">
      <dgm:prSet presAssocID="{A4F659D1-304B-4D52-90E9-3B6D819611F7}" presName="sibTrans" presStyleCnt="0"/>
      <dgm:spPr/>
    </dgm:pt>
    <dgm:pt modelId="{528B7D60-54BE-4F6D-8CB6-980C569B75BB}" type="pres">
      <dgm:prSet presAssocID="{64EF6972-6316-48F6-A8E4-2E4C038A5C60}" presName="compNode" presStyleCnt="0"/>
      <dgm:spPr/>
    </dgm:pt>
    <dgm:pt modelId="{A8D49625-572C-4CF1-A8DC-BFA646BDD789}" type="pres">
      <dgm:prSet presAssocID="{64EF6972-6316-48F6-A8E4-2E4C038A5C60}" presName="bgRect" presStyleLbl="bgShp" presStyleIdx="3" presStyleCnt="6"/>
      <dgm:spPr/>
    </dgm:pt>
    <dgm:pt modelId="{5130A58D-E17C-40AB-BE56-155338AC89EE}" type="pres">
      <dgm:prSet presAssocID="{64EF6972-6316-48F6-A8E4-2E4C038A5C60}" presName="iconRect" presStyleLbl="node1" presStyleIdx="3"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Processor"/>
        </a:ext>
      </dgm:extLst>
    </dgm:pt>
    <dgm:pt modelId="{BF6D5CAA-6029-43A6-9947-1F60488A7E6B}" type="pres">
      <dgm:prSet presAssocID="{64EF6972-6316-48F6-A8E4-2E4C038A5C60}" presName="spaceRect" presStyleCnt="0"/>
      <dgm:spPr/>
    </dgm:pt>
    <dgm:pt modelId="{34B848BC-E4D6-4209-A130-78E07B425311}" type="pres">
      <dgm:prSet presAssocID="{64EF6972-6316-48F6-A8E4-2E4C038A5C60}" presName="parTx" presStyleLbl="revTx" presStyleIdx="3" presStyleCnt="6">
        <dgm:presLayoutVars>
          <dgm:chMax val="0"/>
          <dgm:chPref val="0"/>
        </dgm:presLayoutVars>
      </dgm:prSet>
      <dgm:spPr/>
    </dgm:pt>
    <dgm:pt modelId="{2FD71F4D-6BD7-42D8-B6D8-B996A4CED4D1}" type="pres">
      <dgm:prSet presAssocID="{074199AC-59A9-4B44-BA65-672120CCB583}" presName="sibTrans" presStyleCnt="0"/>
      <dgm:spPr/>
    </dgm:pt>
    <dgm:pt modelId="{DB8852D2-4D44-4C02-80D8-BD12FA8FE005}" type="pres">
      <dgm:prSet presAssocID="{A3E836A9-CCC2-4F58-975A-64555F4420DB}" presName="compNode" presStyleCnt="0"/>
      <dgm:spPr/>
    </dgm:pt>
    <dgm:pt modelId="{323FCFA1-8511-40F9-AFF2-02A95F672C34}" type="pres">
      <dgm:prSet presAssocID="{A3E836A9-CCC2-4F58-975A-64555F4420DB}" presName="bgRect" presStyleLbl="bgShp" presStyleIdx="4" presStyleCnt="6"/>
      <dgm:spPr/>
    </dgm:pt>
    <dgm:pt modelId="{86FC203B-2D27-4456-B4C9-7B7A24FE0A62}" type="pres">
      <dgm:prSet presAssocID="{A3E836A9-CCC2-4F58-975A-64555F4420DB}" presName="iconRect" presStyleLbl="node1" presStyleIdx="4"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dgm:spPr>
      <dgm:extLst>
        <a:ext uri="{E40237B7-FDA0-4F09-8148-C483321AD2D9}">
          <dgm14:cNvPr xmlns:dgm14="http://schemas.microsoft.com/office/drawing/2010/diagram" id="0" name="" descr="Dollar"/>
        </a:ext>
      </dgm:extLst>
    </dgm:pt>
    <dgm:pt modelId="{AD9666E6-2415-4753-9C6E-52BB0563E418}" type="pres">
      <dgm:prSet presAssocID="{A3E836A9-CCC2-4F58-975A-64555F4420DB}" presName="spaceRect" presStyleCnt="0"/>
      <dgm:spPr/>
    </dgm:pt>
    <dgm:pt modelId="{11E69012-4C33-4AB5-9DA9-313EF36556A2}" type="pres">
      <dgm:prSet presAssocID="{A3E836A9-CCC2-4F58-975A-64555F4420DB}" presName="parTx" presStyleLbl="revTx" presStyleIdx="4" presStyleCnt="6">
        <dgm:presLayoutVars>
          <dgm:chMax val="0"/>
          <dgm:chPref val="0"/>
        </dgm:presLayoutVars>
      </dgm:prSet>
      <dgm:spPr/>
    </dgm:pt>
    <dgm:pt modelId="{00CFC19D-1B6C-44E9-BD7B-A4D657FDCC6A}" type="pres">
      <dgm:prSet presAssocID="{F7DB7448-6E8A-487F-9E5C-E3B691DF610D}" presName="sibTrans" presStyleCnt="0"/>
      <dgm:spPr/>
    </dgm:pt>
    <dgm:pt modelId="{CC9FA87A-7D45-4991-81FE-F21D2F6BC1F5}" type="pres">
      <dgm:prSet presAssocID="{0670C07B-3232-44A6-9B30-0B65732D43C0}" presName="compNode" presStyleCnt="0"/>
      <dgm:spPr/>
    </dgm:pt>
    <dgm:pt modelId="{8EF63C29-0FA6-4549-B2E3-B78ACE4212AE}" type="pres">
      <dgm:prSet presAssocID="{0670C07B-3232-44A6-9B30-0B65732D43C0}" presName="bgRect" presStyleLbl="bgShp" presStyleIdx="5" presStyleCnt="6"/>
      <dgm:spPr/>
    </dgm:pt>
    <dgm:pt modelId="{12324CF5-FCE8-4B2C-8E25-0D3F83133A10}" type="pres">
      <dgm:prSet presAssocID="{0670C07B-3232-44A6-9B30-0B65732D43C0}" presName="iconRect" presStyleLbl="node1" presStyleIdx="5"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Database"/>
        </a:ext>
      </dgm:extLst>
    </dgm:pt>
    <dgm:pt modelId="{0D277BB4-6126-4041-9640-4655C4639E48}" type="pres">
      <dgm:prSet presAssocID="{0670C07B-3232-44A6-9B30-0B65732D43C0}" presName="spaceRect" presStyleCnt="0"/>
      <dgm:spPr/>
    </dgm:pt>
    <dgm:pt modelId="{EA90BCB6-A9D8-44A6-B8C0-8BE6D08A4844}" type="pres">
      <dgm:prSet presAssocID="{0670C07B-3232-44A6-9B30-0B65732D43C0}" presName="parTx" presStyleLbl="revTx" presStyleIdx="5" presStyleCnt="6">
        <dgm:presLayoutVars>
          <dgm:chMax val="0"/>
          <dgm:chPref val="0"/>
        </dgm:presLayoutVars>
      </dgm:prSet>
      <dgm:spPr/>
    </dgm:pt>
  </dgm:ptLst>
  <dgm:cxnLst>
    <dgm:cxn modelId="{CE7BA515-27E5-4E6C-A017-E477B5F93F5F}" type="presOf" srcId="{600055BB-0852-4D99-AF56-DE159C3F46E2}" destId="{C3375867-B4BD-4BE0-A9B9-BBA8BA3EB8FA}" srcOrd="0" destOrd="0" presId="urn:microsoft.com/office/officeart/2018/2/layout/IconVerticalSolidList"/>
    <dgm:cxn modelId="{AB074321-2A38-4777-ABA0-CE240D856505}" srcId="{600055BB-0852-4D99-AF56-DE159C3F46E2}" destId="{64EF6972-6316-48F6-A8E4-2E4C038A5C60}" srcOrd="3" destOrd="0" parTransId="{46286DB7-417A-49A4-8052-44D5ADB026F8}" sibTransId="{074199AC-59A9-4B44-BA65-672120CCB583}"/>
    <dgm:cxn modelId="{DF3E875E-8321-49D2-8F17-E33B580A4DB9}" type="presOf" srcId="{A3E836A9-CCC2-4F58-975A-64555F4420DB}" destId="{11E69012-4C33-4AB5-9DA9-313EF36556A2}" srcOrd="0" destOrd="0" presId="urn:microsoft.com/office/officeart/2018/2/layout/IconVerticalSolidList"/>
    <dgm:cxn modelId="{E2CF6664-722B-4FFE-8F8E-E0DB5D0F373F}" srcId="{600055BB-0852-4D99-AF56-DE159C3F46E2}" destId="{0670C07B-3232-44A6-9B30-0B65732D43C0}" srcOrd="5" destOrd="0" parTransId="{F2ED28E9-E517-4DD4-B082-64B127D1D6CA}" sibTransId="{41BE5730-E888-4105-81F6-7303797FE872}"/>
    <dgm:cxn modelId="{5DA43946-FF77-4622-A245-297D1858E019}" type="presOf" srcId="{64EF6972-6316-48F6-A8E4-2E4C038A5C60}" destId="{34B848BC-E4D6-4209-A130-78E07B425311}" srcOrd="0" destOrd="0" presId="urn:microsoft.com/office/officeart/2018/2/layout/IconVerticalSolidList"/>
    <dgm:cxn modelId="{618EFB49-0318-417E-A386-DA1DD565EC2D}" srcId="{600055BB-0852-4D99-AF56-DE159C3F46E2}" destId="{336734B6-E5F1-432D-9183-8BD355AD0DBE}" srcOrd="0" destOrd="0" parTransId="{84D9815B-9049-464D-9100-D3CC8FE3DE84}" sibTransId="{3963A510-131B-4C55-A00C-304D57AF757C}"/>
    <dgm:cxn modelId="{38ADA37D-0443-44FC-AD7C-F21EB17C98F2}" type="presOf" srcId="{DD6FA755-3033-476C-B6C3-EF5A7492D331}" destId="{75F0662D-2733-4FE3-9ACF-CBA4132F5017}" srcOrd="0" destOrd="0" presId="urn:microsoft.com/office/officeart/2018/2/layout/IconVerticalSolidList"/>
    <dgm:cxn modelId="{8FAEC97F-0C10-4F6A-BD83-43988BFFA334}" type="presOf" srcId="{336734B6-E5F1-432D-9183-8BD355AD0DBE}" destId="{F287D995-11F0-461C-874E-FB282AB5A95E}" srcOrd="0" destOrd="0" presId="urn:microsoft.com/office/officeart/2018/2/layout/IconVerticalSolidList"/>
    <dgm:cxn modelId="{F2961E82-2996-4CFB-9049-D176FA9FE09C}" srcId="{600055BB-0852-4D99-AF56-DE159C3F46E2}" destId="{DD6FA755-3033-476C-B6C3-EF5A7492D331}" srcOrd="1" destOrd="0" parTransId="{4DEC962B-F7DA-42CF-9171-919DFB497E05}" sibTransId="{40C0EA86-0164-4EF0-A66D-5A5A312DDD72}"/>
    <dgm:cxn modelId="{7BC8748A-745C-47DD-AFA7-9349AE2656EC}" type="presOf" srcId="{F7BD97E2-A1D4-4619-95FB-14F9CD296BE3}" destId="{C5882B55-0484-45B3-BD2B-8C4456CF2E96}" srcOrd="0" destOrd="0" presId="urn:microsoft.com/office/officeart/2018/2/layout/IconVerticalSolidList"/>
    <dgm:cxn modelId="{33ED1CCF-59FC-492C-BE56-EF806E1AE136}" srcId="{600055BB-0852-4D99-AF56-DE159C3F46E2}" destId="{F7BD97E2-A1D4-4619-95FB-14F9CD296BE3}" srcOrd="2" destOrd="0" parTransId="{1479E356-C95B-441E-899F-BC2A475C73C6}" sibTransId="{A4F659D1-304B-4D52-90E9-3B6D819611F7}"/>
    <dgm:cxn modelId="{5D2DF2D3-C5AA-4879-BBAF-92BD6209BB97}" type="presOf" srcId="{0670C07B-3232-44A6-9B30-0B65732D43C0}" destId="{EA90BCB6-A9D8-44A6-B8C0-8BE6D08A4844}" srcOrd="0" destOrd="0" presId="urn:microsoft.com/office/officeart/2018/2/layout/IconVerticalSolidList"/>
    <dgm:cxn modelId="{419744EC-359F-4C09-A7F6-FACAE312865D}" srcId="{600055BB-0852-4D99-AF56-DE159C3F46E2}" destId="{A3E836A9-CCC2-4F58-975A-64555F4420DB}" srcOrd="4" destOrd="0" parTransId="{6511EBDE-F94F-477F-AC5B-FAC98ABDED31}" sibTransId="{F7DB7448-6E8A-487F-9E5C-E3B691DF610D}"/>
    <dgm:cxn modelId="{5DE07FE6-D4AD-4327-99A2-A915A1CE9C42}" type="presParOf" srcId="{C3375867-B4BD-4BE0-A9B9-BBA8BA3EB8FA}" destId="{8686FC4C-63AB-4FAB-8A7D-ED1C837B58C3}" srcOrd="0" destOrd="0" presId="urn:microsoft.com/office/officeart/2018/2/layout/IconVerticalSolidList"/>
    <dgm:cxn modelId="{DE7C529F-F2CB-49C3-9109-3BBD2B92A4F6}" type="presParOf" srcId="{8686FC4C-63AB-4FAB-8A7D-ED1C837B58C3}" destId="{5C28F436-EC70-42E4-A6B8-7CB7A73AE509}" srcOrd="0" destOrd="0" presId="urn:microsoft.com/office/officeart/2018/2/layout/IconVerticalSolidList"/>
    <dgm:cxn modelId="{3A94E4F1-DD31-43C2-B7F4-D5E3B2200F8D}" type="presParOf" srcId="{8686FC4C-63AB-4FAB-8A7D-ED1C837B58C3}" destId="{0D4DD09F-6A41-45D8-98F3-73DDD4D503B7}" srcOrd="1" destOrd="0" presId="urn:microsoft.com/office/officeart/2018/2/layout/IconVerticalSolidList"/>
    <dgm:cxn modelId="{3CD5509B-0B2A-4203-9E41-1F51B08BB322}" type="presParOf" srcId="{8686FC4C-63AB-4FAB-8A7D-ED1C837B58C3}" destId="{2249478C-90E7-4B0E-AFE4-8CF750280BF2}" srcOrd="2" destOrd="0" presId="urn:microsoft.com/office/officeart/2018/2/layout/IconVerticalSolidList"/>
    <dgm:cxn modelId="{092BEC7D-12D8-47C5-A073-CE0163D39235}" type="presParOf" srcId="{8686FC4C-63AB-4FAB-8A7D-ED1C837B58C3}" destId="{F287D995-11F0-461C-874E-FB282AB5A95E}" srcOrd="3" destOrd="0" presId="urn:microsoft.com/office/officeart/2018/2/layout/IconVerticalSolidList"/>
    <dgm:cxn modelId="{87A5EDB4-626B-4EAD-8662-E9476750B89F}" type="presParOf" srcId="{C3375867-B4BD-4BE0-A9B9-BBA8BA3EB8FA}" destId="{D01BDA0E-CB45-44D3-9906-1DC3BB9E52A0}" srcOrd="1" destOrd="0" presId="urn:microsoft.com/office/officeart/2018/2/layout/IconVerticalSolidList"/>
    <dgm:cxn modelId="{761898A2-1750-4882-98FD-154E5874C2E5}" type="presParOf" srcId="{C3375867-B4BD-4BE0-A9B9-BBA8BA3EB8FA}" destId="{3E824C6B-14C1-4576-94C2-3184D45DF9BB}" srcOrd="2" destOrd="0" presId="urn:microsoft.com/office/officeart/2018/2/layout/IconVerticalSolidList"/>
    <dgm:cxn modelId="{9FF193BC-988E-4EB3-B0D7-4CBB1A8F6AF0}" type="presParOf" srcId="{3E824C6B-14C1-4576-94C2-3184D45DF9BB}" destId="{A4ACB80A-DA4A-4A16-9FEB-571DBD126CC4}" srcOrd="0" destOrd="0" presId="urn:microsoft.com/office/officeart/2018/2/layout/IconVerticalSolidList"/>
    <dgm:cxn modelId="{07B8104D-611C-476E-87A1-C28EA20B0F08}" type="presParOf" srcId="{3E824C6B-14C1-4576-94C2-3184D45DF9BB}" destId="{1753166F-C952-4B3B-9CFF-2AC9A537FB6F}" srcOrd="1" destOrd="0" presId="urn:microsoft.com/office/officeart/2018/2/layout/IconVerticalSolidList"/>
    <dgm:cxn modelId="{5F931891-1D42-4584-A6BC-5582754EC553}" type="presParOf" srcId="{3E824C6B-14C1-4576-94C2-3184D45DF9BB}" destId="{CEAF7887-75A9-4994-B25A-C9C540084B63}" srcOrd="2" destOrd="0" presId="urn:microsoft.com/office/officeart/2018/2/layout/IconVerticalSolidList"/>
    <dgm:cxn modelId="{28425321-36B5-477C-9C76-C67260B67871}" type="presParOf" srcId="{3E824C6B-14C1-4576-94C2-3184D45DF9BB}" destId="{75F0662D-2733-4FE3-9ACF-CBA4132F5017}" srcOrd="3" destOrd="0" presId="urn:microsoft.com/office/officeart/2018/2/layout/IconVerticalSolidList"/>
    <dgm:cxn modelId="{50FE7720-6A68-4209-8EC5-AC1A3331F3EC}" type="presParOf" srcId="{C3375867-B4BD-4BE0-A9B9-BBA8BA3EB8FA}" destId="{7026E3C9-CDE2-4E47-82BF-4EFDBF71F1EF}" srcOrd="3" destOrd="0" presId="urn:microsoft.com/office/officeart/2018/2/layout/IconVerticalSolidList"/>
    <dgm:cxn modelId="{0246423D-F1F9-4AF2-A3E0-12E992523624}" type="presParOf" srcId="{C3375867-B4BD-4BE0-A9B9-BBA8BA3EB8FA}" destId="{BA332A68-649C-4810-AE43-84C4709EC562}" srcOrd="4" destOrd="0" presId="urn:microsoft.com/office/officeart/2018/2/layout/IconVerticalSolidList"/>
    <dgm:cxn modelId="{2D357C0F-484B-479E-AA4D-44DCCDF7732C}" type="presParOf" srcId="{BA332A68-649C-4810-AE43-84C4709EC562}" destId="{23675DEB-31F5-4E52-BF3C-CE86D7ECA82B}" srcOrd="0" destOrd="0" presId="urn:microsoft.com/office/officeart/2018/2/layout/IconVerticalSolidList"/>
    <dgm:cxn modelId="{AFDCD01A-D5A9-4A73-8DE4-396309206FD5}" type="presParOf" srcId="{BA332A68-649C-4810-AE43-84C4709EC562}" destId="{00759EAB-C8CE-4008-B4A5-1DDFED29352D}" srcOrd="1" destOrd="0" presId="urn:microsoft.com/office/officeart/2018/2/layout/IconVerticalSolidList"/>
    <dgm:cxn modelId="{19041D39-D41F-4D02-A0B3-DBCF33FBCE7C}" type="presParOf" srcId="{BA332A68-649C-4810-AE43-84C4709EC562}" destId="{7758B011-4275-4D56-93AC-B868316A8383}" srcOrd="2" destOrd="0" presId="urn:microsoft.com/office/officeart/2018/2/layout/IconVerticalSolidList"/>
    <dgm:cxn modelId="{0FC9D74B-25EC-4A03-9560-909FC2E37989}" type="presParOf" srcId="{BA332A68-649C-4810-AE43-84C4709EC562}" destId="{C5882B55-0484-45B3-BD2B-8C4456CF2E96}" srcOrd="3" destOrd="0" presId="urn:microsoft.com/office/officeart/2018/2/layout/IconVerticalSolidList"/>
    <dgm:cxn modelId="{4978F2A9-BF85-487E-B265-17BA805D2A94}" type="presParOf" srcId="{C3375867-B4BD-4BE0-A9B9-BBA8BA3EB8FA}" destId="{F34638BB-3AD8-4D1B-BDDE-E43F84D1C9B4}" srcOrd="5" destOrd="0" presId="urn:microsoft.com/office/officeart/2018/2/layout/IconVerticalSolidList"/>
    <dgm:cxn modelId="{2AA789F7-DDB8-4FD6-9D3D-8FE2B40C6E69}" type="presParOf" srcId="{C3375867-B4BD-4BE0-A9B9-BBA8BA3EB8FA}" destId="{528B7D60-54BE-4F6D-8CB6-980C569B75BB}" srcOrd="6" destOrd="0" presId="urn:microsoft.com/office/officeart/2018/2/layout/IconVerticalSolidList"/>
    <dgm:cxn modelId="{61545568-FE76-4458-A5A2-CEDCFE753D2A}" type="presParOf" srcId="{528B7D60-54BE-4F6D-8CB6-980C569B75BB}" destId="{A8D49625-572C-4CF1-A8DC-BFA646BDD789}" srcOrd="0" destOrd="0" presId="urn:microsoft.com/office/officeart/2018/2/layout/IconVerticalSolidList"/>
    <dgm:cxn modelId="{BA22BCC9-77D1-4065-996D-E4D8EDED0CE0}" type="presParOf" srcId="{528B7D60-54BE-4F6D-8CB6-980C569B75BB}" destId="{5130A58D-E17C-40AB-BE56-155338AC89EE}" srcOrd="1" destOrd="0" presId="urn:microsoft.com/office/officeart/2018/2/layout/IconVerticalSolidList"/>
    <dgm:cxn modelId="{F2D09983-E14A-4D7A-B9B7-F3B7DCAAD49D}" type="presParOf" srcId="{528B7D60-54BE-4F6D-8CB6-980C569B75BB}" destId="{BF6D5CAA-6029-43A6-9947-1F60488A7E6B}" srcOrd="2" destOrd="0" presId="urn:microsoft.com/office/officeart/2018/2/layout/IconVerticalSolidList"/>
    <dgm:cxn modelId="{9D745B50-1EB4-4377-8598-C797EBE99396}" type="presParOf" srcId="{528B7D60-54BE-4F6D-8CB6-980C569B75BB}" destId="{34B848BC-E4D6-4209-A130-78E07B425311}" srcOrd="3" destOrd="0" presId="urn:microsoft.com/office/officeart/2018/2/layout/IconVerticalSolidList"/>
    <dgm:cxn modelId="{ED1EC004-7703-4A9B-8DDE-EE354CFD8869}" type="presParOf" srcId="{C3375867-B4BD-4BE0-A9B9-BBA8BA3EB8FA}" destId="{2FD71F4D-6BD7-42D8-B6D8-B996A4CED4D1}" srcOrd="7" destOrd="0" presId="urn:microsoft.com/office/officeart/2018/2/layout/IconVerticalSolidList"/>
    <dgm:cxn modelId="{22152FD2-68D7-4F96-9A38-694D68202845}" type="presParOf" srcId="{C3375867-B4BD-4BE0-A9B9-BBA8BA3EB8FA}" destId="{DB8852D2-4D44-4C02-80D8-BD12FA8FE005}" srcOrd="8" destOrd="0" presId="urn:microsoft.com/office/officeart/2018/2/layout/IconVerticalSolidList"/>
    <dgm:cxn modelId="{663C5F89-EEB8-446F-80EE-CA6CFF3A6483}" type="presParOf" srcId="{DB8852D2-4D44-4C02-80D8-BD12FA8FE005}" destId="{323FCFA1-8511-40F9-AFF2-02A95F672C34}" srcOrd="0" destOrd="0" presId="urn:microsoft.com/office/officeart/2018/2/layout/IconVerticalSolidList"/>
    <dgm:cxn modelId="{A155AB88-A0CD-4C6E-9603-3B8977289CD5}" type="presParOf" srcId="{DB8852D2-4D44-4C02-80D8-BD12FA8FE005}" destId="{86FC203B-2D27-4456-B4C9-7B7A24FE0A62}" srcOrd="1" destOrd="0" presId="urn:microsoft.com/office/officeart/2018/2/layout/IconVerticalSolidList"/>
    <dgm:cxn modelId="{0D90CF98-2DE6-4BFB-95DF-F0A9401F1599}" type="presParOf" srcId="{DB8852D2-4D44-4C02-80D8-BD12FA8FE005}" destId="{AD9666E6-2415-4753-9C6E-52BB0563E418}" srcOrd="2" destOrd="0" presId="urn:microsoft.com/office/officeart/2018/2/layout/IconVerticalSolidList"/>
    <dgm:cxn modelId="{46D8F23D-220F-410C-91B7-410B6B96C390}" type="presParOf" srcId="{DB8852D2-4D44-4C02-80D8-BD12FA8FE005}" destId="{11E69012-4C33-4AB5-9DA9-313EF36556A2}" srcOrd="3" destOrd="0" presId="urn:microsoft.com/office/officeart/2018/2/layout/IconVerticalSolidList"/>
    <dgm:cxn modelId="{DF3FD51F-1B01-48DF-AFCA-66CFF276B7B7}" type="presParOf" srcId="{C3375867-B4BD-4BE0-A9B9-BBA8BA3EB8FA}" destId="{00CFC19D-1B6C-44E9-BD7B-A4D657FDCC6A}" srcOrd="9" destOrd="0" presId="urn:microsoft.com/office/officeart/2018/2/layout/IconVerticalSolidList"/>
    <dgm:cxn modelId="{7A9285E8-231E-4C65-8FF7-A02CF3C8A7CB}" type="presParOf" srcId="{C3375867-B4BD-4BE0-A9B9-BBA8BA3EB8FA}" destId="{CC9FA87A-7D45-4991-81FE-F21D2F6BC1F5}" srcOrd="10" destOrd="0" presId="urn:microsoft.com/office/officeart/2018/2/layout/IconVerticalSolidList"/>
    <dgm:cxn modelId="{B054AE98-D3C7-403F-8046-B0D0EB06413A}" type="presParOf" srcId="{CC9FA87A-7D45-4991-81FE-F21D2F6BC1F5}" destId="{8EF63C29-0FA6-4549-B2E3-B78ACE4212AE}" srcOrd="0" destOrd="0" presId="urn:microsoft.com/office/officeart/2018/2/layout/IconVerticalSolidList"/>
    <dgm:cxn modelId="{7ADEFBDA-AD87-4759-939A-3C217A824058}" type="presParOf" srcId="{CC9FA87A-7D45-4991-81FE-F21D2F6BC1F5}" destId="{12324CF5-FCE8-4B2C-8E25-0D3F83133A10}" srcOrd="1" destOrd="0" presId="urn:microsoft.com/office/officeart/2018/2/layout/IconVerticalSolidList"/>
    <dgm:cxn modelId="{8A4A3A85-DAFC-4F2A-BB11-F56F9D1593BC}" type="presParOf" srcId="{CC9FA87A-7D45-4991-81FE-F21D2F6BC1F5}" destId="{0D277BB4-6126-4041-9640-4655C4639E48}" srcOrd="2" destOrd="0" presId="urn:microsoft.com/office/officeart/2018/2/layout/IconVerticalSolidList"/>
    <dgm:cxn modelId="{ACE99780-B316-4A6B-A6C5-4B11AAA23A6A}" type="presParOf" srcId="{CC9FA87A-7D45-4991-81FE-F21D2F6BC1F5}" destId="{EA90BCB6-A9D8-44A6-B8C0-8BE6D08A4844}"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2A338CB-E9AE-43D8-A019-EB579A69D7CB}">
      <dsp:nvSpPr>
        <dsp:cNvPr id="0" name=""/>
        <dsp:cNvSpPr/>
      </dsp:nvSpPr>
      <dsp:spPr>
        <a:xfrm>
          <a:off x="0" y="1859"/>
          <a:ext cx="10424160" cy="94249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06D67AC-D5C8-4A65-950F-9AA68C0774A1}">
      <dsp:nvSpPr>
        <dsp:cNvPr id="0" name=""/>
        <dsp:cNvSpPr/>
      </dsp:nvSpPr>
      <dsp:spPr>
        <a:xfrm>
          <a:off x="285104" y="213920"/>
          <a:ext cx="518371" cy="51837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F87DF5D-235E-40B5-ABF7-DBFF9D76BF3F}">
      <dsp:nvSpPr>
        <dsp:cNvPr id="0" name=""/>
        <dsp:cNvSpPr/>
      </dsp:nvSpPr>
      <dsp:spPr>
        <a:xfrm>
          <a:off x="1088579" y="1859"/>
          <a:ext cx="9335580" cy="9424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747" tIns="99747" rIns="99747" bIns="99747" numCol="1" spcCol="1270" anchor="ctr" anchorCtr="0">
          <a:noAutofit/>
        </a:bodyPr>
        <a:lstStyle/>
        <a:p>
          <a:pPr marL="0" lvl="0" indent="0" algn="l" defTabSz="977900">
            <a:lnSpc>
              <a:spcPct val="100000"/>
            </a:lnSpc>
            <a:spcBef>
              <a:spcPct val="0"/>
            </a:spcBef>
            <a:spcAft>
              <a:spcPct val="35000"/>
            </a:spcAft>
            <a:buNone/>
          </a:pPr>
          <a:r>
            <a:rPr lang="en-US" sz="2200" kern="1200"/>
            <a:t>• Manual handling of bank accounts and transactions can be time-consuming and error-prone.</a:t>
          </a:r>
        </a:p>
      </dsp:txBody>
      <dsp:txXfrm>
        <a:off x="1088579" y="1859"/>
        <a:ext cx="9335580" cy="942492"/>
      </dsp:txXfrm>
    </dsp:sp>
    <dsp:sp modelId="{3C36B4E3-3370-4372-86F8-45AB0B0998F6}">
      <dsp:nvSpPr>
        <dsp:cNvPr id="0" name=""/>
        <dsp:cNvSpPr/>
      </dsp:nvSpPr>
      <dsp:spPr>
        <a:xfrm>
          <a:off x="0" y="1179975"/>
          <a:ext cx="10424160" cy="94249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63E568D-C992-44CC-88D8-7CC2CEC73A93}">
      <dsp:nvSpPr>
        <dsp:cNvPr id="0" name=""/>
        <dsp:cNvSpPr/>
      </dsp:nvSpPr>
      <dsp:spPr>
        <a:xfrm>
          <a:off x="285104" y="1392036"/>
          <a:ext cx="518371" cy="51837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BCFA0C1-88FC-4E81-A231-6E8331A1DE69}">
      <dsp:nvSpPr>
        <dsp:cNvPr id="0" name=""/>
        <dsp:cNvSpPr/>
      </dsp:nvSpPr>
      <dsp:spPr>
        <a:xfrm>
          <a:off x="1088579" y="1179975"/>
          <a:ext cx="9335580" cy="9424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747" tIns="99747" rIns="99747" bIns="99747" numCol="1" spcCol="1270" anchor="ctr" anchorCtr="0">
          <a:noAutofit/>
        </a:bodyPr>
        <a:lstStyle/>
        <a:p>
          <a:pPr marL="0" lvl="0" indent="0" algn="l" defTabSz="977900">
            <a:lnSpc>
              <a:spcPct val="100000"/>
            </a:lnSpc>
            <a:spcBef>
              <a:spcPct val="0"/>
            </a:spcBef>
            <a:spcAft>
              <a:spcPct val="35000"/>
            </a:spcAft>
            <a:buNone/>
          </a:pPr>
          <a:r>
            <a:rPr lang="en-US" sz="2200" kern="1200"/>
            <a:t>• Customers need quick access to account details, deposits, withdrawals and transaction history.</a:t>
          </a:r>
        </a:p>
      </dsp:txBody>
      <dsp:txXfrm>
        <a:off x="1088579" y="1179975"/>
        <a:ext cx="9335580" cy="942492"/>
      </dsp:txXfrm>
    </dsp:sp>
    <dsp:sp modelId="{43B0A888-6D75-497C-BD98-12A8B4996002}">
      <dsp:nvSpPr>
        <dsp:cNvPr id="0" name=""/>
        <dsp:cNvSpPr/>
      </dsp:nvSpPr>
      <dsp:spPr>
        <a:xfrm>
          <a:off x="0" y="2358091"/>
          <a:ext cx="10424160" cy="94249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A44340E-CEFA-416A-A4B5-BE58EBB87AA4}">
      <dsp:nvSpPr>
        <dsp:cNvPr id="0" name=""/>
        <dsp:cNvSpPr/>
      </dsp:nvSpPr>
      <dsp:spPr>
        <a:xfrm>
          <a:off x="285104" y="2570152"/>
          <a:ext cx="518371" cy="51837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BFE4BCF-7F35-45FA-9BA5-A7F76532EC82}">
      <dsp:nvSpPr>
        <dsp:cNvPr id="0" name=""/>
        <dsp:cNvSpPr/>
      </dsp:nvSpPr>
      <dsp:spPr>
        <a:xfrm>
          <a:off x="1088579" y="2358091"/>
          <a:ext cx="9335580" cy="9424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747" tIns="99747" rIns="99747" bIns="99747" numCol="1" spcCol="1270" anchor="ctr" anchorCtr="0">
          <a:noAutofit/>
        </a:bodyPr>
        <a:lstStyle/>
        <a:p>
          <a:pPr marL="0" lvl="0" indent="0" algn="l" defTabSz="977900">
            <a:lnSpc>
              <a:spcPct val="100000"/>
            </a:lnSpc>
            <a:spcBef>
              <a:spcPct val="0"/>
            </a:spcBef>
            <a:spcAft>
              <a:spcPct val="35000"/>
            </a:spcAft>
            <a:buNone/>
          </a:pPr>
          <a:r>
            <a:rPr lang="en-US" sz="2200" kern="1200"/>
            <a:t>• Bank staff require a centralized system to manage customer information securely.</a:t>
          </a:r>
        </a:p>
      </dsp:txBody>
      <dsp:txXfrm>
        <a:off x="1088579" y="2358091"/>
        <a:ext cx="9335580" cy="942492"/>
      </dsp:txXfrm>
    </dsp:sp>
    <dsp:sp modelId="{EEC42FD8-16F9-4B06-99DE-31667F634D3C}">
      <dsp:nvSpPr>
        <dsp:cNvPr id="0" name=""/>
        <dsp:cNvSpPr/>
      </dsp:nvSpPr>
      <dsp:spPr>
        <a:xfrm>
          <a:off x="0" y="3536207"/>
          <a:ext cx="10424160" cy="94249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2FBC1DF-7B56-4ADC-A5A5-F1A5F4902111}">
      <dsp:nvSpPr>
        <dsp:cNvPr id="0" name=""/>
        <dsp:cNvSpPr/>
      </dsp:nvSpPr>
      <dsp:spPr>
        <a:xfrm>
          <a:off x="285104" y="3748268"/>
          <a:ext cx="518371" cy="51837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C19CF85-8A6D-42E9-B6CF-0C6E74F4F395}">
      <dsp:nvSpPr>
        <dsp:cNvPr id="0" name=""/>
        <dsp:cNvSpPr/>
      </dsp:nvSpPr>
      <dsp:spPr>
        <a:xfrm>
          <a:off x="1088579" y="3536207"/>
          <a:ext cx="9335580" cy="9424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747" tIns="99747" rIns="99747" bIns="99747" numCol="1" spcCol="1270" anchor="ctr" anchorCtr="0">
          <a:noAutofit/>
        </a:bodyPr>
        <a:lstStyle/>
        <a:p>
          <a:pPr marL="0" lvl="0" indent="0" algn="l" defTabSz="977900">
            <a:lnSpc>
              <a:spcPct val="100000"/>
            </a:lnSpc>
            <a:spcBef>
              <a:spcPct val="0"/>
            </a:spcBef>
            <a:spcAft>
              <a:spcPct val="35000"/>
            </a:spcAft>
            <a:buNone/>
          </a:pPr>
          <a:r>
            <a:rPr lang="en-US" sz="2200" kern="1200"/>
            <a:t>• The system should reduce duplication, improve accuracy and provide controlled access.</a:t>
          </a:r>
        </a:p>
      </dsp:txBody>
      <dsp:txXfrm>
        <a:off x="1088579" y="3536207"/>
        <a:ext cx="9335580" cy="94249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7857C06-15CE-4AEA-BEF3-19D9D07B5B62}">
      <dsp:nvSpPr>
        <dsp:cNvPr id="0" name=""/>
        <dsp:cNvSpPr/>
      </dsp:nvSpPr>
      <dsp:spPr>
        <a:xfrm>
          <a:off x="0" y="382"/>
          <a:ext cx="10424160" cy="527034"/>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C12A89E-E33C-4D8D-9467-76506C0F8D76}">
      <dsp:nvSpPr>
        <dsp:cNvPr id="0" name=""/>
        <dsp:cNvSpPr/>
      </dsp:nvSpPr>
      <dsp:spPr>
        <a:xfrm>
          <a:off x="159427" y="118965"/>
          <a:ext cx="289869" cy="28986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1DA2100-0964-438E-ADE4-EB1D7BE35608}">
      <dsp:nvSpPr>
        <dsp:cNvPr id="0" name=""/>
        <dsp:cNvSpPr/>
      </dsp:nvSpPr>
      <dsp:spPr>
        <a:xfrm>
          <a:off x="608724" y="382"/>
          <a:ext cx="9815435" cy="5270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5778" tIns="55778" rIns="55778" bIns="55778" numCol="1" spcCol="1270" anchor="ctr" anchorCtr="0">
          <a:noAutofit/>
        </a:bodyPr>
        <a:lstStyle/>
        <a:p>
          <a:pPr marL="0" lvl="0" indent="0" algn="l" defTabSz="711200">
            <a:lnSpc>
              <a:spcPct val="100000"/>
            </a:lnSpc>
            <a:spcBef>
              <a:spcPct val="0"/>
            </a:spcBef>
            <a:spcAft>
              <a:spcPct val="35000"/>
            </a:spcAft>
            <a:buNone/>
          </a:pPr>
          <a:r>
            <a:rPr lang="en-US" sz="1600" kern="1200"/>
            <a:t>• Customer registration and profile management.</a:t>
          </a:r>
        </a:p>
      </dsp:txBody>
      <dsp:txXfrm>
        <a:off x="608724" y="382"/>
        <a:ext cx="9815435" cy="527034"/>
      </dsp:txXfrm>
    </dsp:sp>
    <dsp:sp modelId="{5A3C0804-CC8F-42DF-A33A-097855B502A4}">
      <dsp:nvSpPr>
        <dsp:cNvPr id="0" name=""/>
        <dsp:cNvSpPr/>
      </dsp:nvSpPr>
      <dsp:spPr>
        <a:xfrm>
          <a:off x="0" y="659176"/>
          <a:ext cx="10424160" cy="527034"/>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E3EE8A3-A903-4801-AF39-93F28911E95E}">
      <dsp:nvSpPr>
        <dsp:cNvPr id="0" name=""/>
        <dsp:cNvSpPr/>
      </dsp:nvSpPr>
      <dsp:spPr>
        <a:xfrm>
          <a:off x="159427" y="777758"/>
          <a:ext cx="289869" cy="28986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8500C5A-388D-4D34-A297-C3E7A8AC556A}">
      <dsp:nvSpPr>
        <dsp:cNvPr id="0" name=""/>
        <dsp:cNvSpPr/>
      </dsp:nvSpPr>
      <dsp:spPr>
        <a:xfrm>
          <a:off x="608724" y="659176"/>
          <a:ext cx="9815435" cy="5270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5778" tIns="55778" rIns="55778" bIns="55778" numCol="1" spcCol="1270" anchor="ctr" anchorCtr="0">
          <a:noAutofit/>
        </a:bodyPr>
        <a:lstStyle/>
        <a:p>
          <a:pPr marL="0" lvl="0" indent="0" algn="l" defTabSz="711200">
            <a:lnSpc>
              <a:spcPct val="100000"/>
            </a:lnSpc>
            <a:spcBef>
              <a:spcPct val="0"/>
            </a:spcBef>
            <a:spcAft>
              <a:spcPct val="35000"/>
            </a:spcAft>
            <a:buNone/>
          </a:pPr>
          <a:r>
            <a:rPr lang="en-US" sz="1600" kern="1200"/>
            <a:t>• Account creation, activation and closure.</a:t>
          </a:r>
        </a:p>
      </dsp:txBody>
      <dsp:txXfrm>
        <a:off x="608724" y="659176"/>
        <a:ext cx="9815435" cy="527034"/>
      </dsp:txXfrm>
    </dsp:sp>
    <dsp:sp modelId="{B1F74D7E-A612-4597-81C0-6408B17284C6}">
      <dsp:nvSpPr>
        <dsp:cNvPr id="0" name=""/>
        <dsp:cNvSpPr/>
      </dsp:nvSpPr>
      <dsp:spPr>
        <a:xfrm>
          <a:off x="0" y="1317969"/>
          <a:ext cx="10424160" cy="527034"/>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841F111-02D7-48C1-97F9-4C389E6FE1C8}">
      <dsp:nvSpPr>
        <dsp:cNvPr id="0" name=""/>
        <dsp:cNvSpPr/>
      </dsp:nvSpPr>
      <dsp:spPr>
        <a:xfrm>
          <a:off x="159427" y="1436552"/>
          <a:ext cx="289869" cy="28986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D59A0D3-DE91-49EF-BC0D-70046977CDA1}">
      <dsp:nvSpPr>
        <dsp:cNvPr id="0" name=""/>
        <dsp:cNvSpPr/>
      </dsp:nvSpPr>
      <dsp:spPr>
        <a:xfrm>
          <a:off x="608724" y="1317969"/>
          <a:ext cx="9815435" cy="5270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5778" tIns="55778" rIns="55778" bIns="55778" numCol="1" spcCol="1270" anchor="ctr" anchorCtr="0">
          <a:noAutofit/>
        </a:bodyPr>
        <a:lstStyle/>
        <a:p>
          <a:pPr marL="0" lvl="0" indent="0" algn="l" defTabSz="711200">
            <a:lnSpc>
              <a:spcPct val="100000"/>
            </a:lnSpc>
            <a:spcBef>
              <a:spcPct val="0"/>
            </a:spcBef>
            <a:spcAft>
              <a:spcPct val="35000"/>
            </a:spcAft>
            <a:buNone/>
          </a:pPr>
          <a:r>
            <a:rPr lang="en-US" sz="1600" kern="1200"/>
            <a:t>• Deposit and withdrawal processing.</a:t>
          </a:r>
        </a:p>
      </dsp:txBody>
      <dsp:txXfrm>
        <a:off x="608724" y="1317969"/>
        <a:ext cx="9815435" cy="527034"/>
      </dsp:txXfrm>
    </dsp:sp>
    <dsp:sp modelId="{3E7EF333-75DF-458A-95AD-E4E3BAB1B880}">
      <dsp:nvSpPr>
        <dsp:cNvPr id="0" name=""/>
        <dsp:cNvSpPr/>
      </dsp:nvSpPr>
      <dsp:spPr>
        <a:xfrm>
          <a:off x="0" y="1976762"/>
          <a:ext cx="10424160" cy="527034"/>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8967C51-C6D5-490A-92CD-99484301A97B}">
      <dsp:nvSpPr>
        <dsp:cNvPr id="0" name=""/>
        <dsp:cNvSpPr/>
      </dsp:nvSpPr>
      <dsp:spPr>
        <a:xfrm>
          <a:off x="159427" y="2095345"/>
          <a:ext cx="289869" cy="28986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D3858C1-6D0D-44A8-9656-8D1EDF9EEB0D}">
      <dsp:nvSpPr>
        <dsp:cNvPr id="0" name=""/>
        <dsp:cNvSpPr/>
      </dsp:nvSpPr>
      <dsp:spPr>
        <a:xfrm>
          <a:off x="608724" y="1976762"/>
          <a:ext cx="9815435" cy="5270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5778" tIns="55778" rIns="55778" bIns="55778" numCol="1" spcCol="1270" anchor="ctr" anchorCtr="0">
          <a:noAutofit/>
        </a:bodyPr>
        <a:lstStyle/>
        <a:p>
          <a:pPr marL="0" lvl="0" indent="0" algn="l" defTabSz="711200">
            <a:lnSpc>
              <a:spcPct val="100000"/>
            </a:lnSpc>
            <a:spcBef>
              <a:spcPct val="0"/>
            </a:spcBef>
            <a:spcAft>
              <a:spcPct val="35000"/>
            </a:spcAft>
            <a:buNone/>
          </a:pPr>
          <a:r>
            <a:rPr lang="en-US" sz="1600" kern="1200"/>
            <a:t>• Balance enquiry and transaction history.</a:t>
          </a:r>
        </a:p>
      </dsp:txBody>
      <dsp:txXfrm>
        <a:off x="608724" y="1976762"/>
        <a:ext cx="9815435" cy="527034"/>
      </dsp:txXfrm>
    </dsp:sp>
    <dsp:sp modelId="{14C9BE8A-9545-42FD-BCAE-B5B889FED9F8}">
      <dsp:nvSpPr>
        <dsp:cNvPr id="0" name=""/>
        <dsp:cNvSpPr/>
      </dsp:nvSpPr>
      <dsp:spPr>
        <a:xfrm>
          <a:off x="0" y="2635555"/>
          <a:ext cx="10424160" cy="527034"/>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CF5920A-4921-4969-9F38-0BC95D67CBC3}">
      <dsp:nvSpPr>
        <dsp:cNvPr id="0" name=""/>
        <dsp:cNvSpPr/>
      </dsp:nvSpPr>
      <dsp:spPr>
        <a:xfrm>
          <a:off x="159427" y="2754138"/>
          <a:ext cx="289869" cy="28986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B7676DD-9DA4-4790-9B32-C81781DFA9F3}">
      <dsp:nvSpPr>
        <dsp:cNvPr id="0" name=""/>
        <dsp:cNvSpPr/>
      </dsp:nvSpPr>
      <dsp:spPr>
        <a:xfrm>
          <a:off x="608724" y="2635555"/>
          <a:ext cx="9815435" cy="5270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5778" tIns="55778" rIns="55778" bIns="55778" numCol="1" spcCol="1270" anchor="ctr" anchorCtr="0">
          <a:noAutofit/>
        </a:bodyPr>
        <a:lstStyle/>
        <a:p>
          <a:pPr marL="0" lvl="0" indent="0" algn="l" defTabSz="711200">
            <a:lnSpc>
              <a:spcPct val="100000"/>
            </a:lnSpc>
            <a:spcBef>
              <a:spcPct val="0"/>
            </a:spcBef>
            <a:spcAft>
              <a:spcPct val="35000"/>
            </a:spcAft>
            <a:buNone/>
          </a:pPr>
          <a:r>
            <a:rPr lang="en-US" sz="1600" kern="1200"/>
            <a:t>• Customer and account search.</a:t>
          </a:r>
        </a:p>
      </dsp:txBody>
      <dsp:txXfrm>
        <a:off x="608724" y="2635555"/>
        <a:ext cx="9815435" cy="527034"/>
      </dsp:txXfrm>
    </dsp:sp>
    <dsp:sp modelId="{55D1EF5C-FD6D-4E2B-8BA0-D01CC3CE9014}">
      <dsp:nvSpPr>
        <dsp:cNvPr id="0" name=""/>
        <dsp:cNvSpPr/>
      </dsp:nvSpPr>
      <dsp:spPr>
        <a:xfrm>
          <a:off x="0" y="3294349"/>
          <a:ext cx="10424160" cy="527034"/>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7B8A25D-17E0-4E5E-A4A3-68DEC550954F}">
      <dsp:nvSpPr>
        <dsp:cNvPr id="0" name=""/>
        <dsp:cNvSpPr/>
      </dsp:nvSpPr>
      <dsp:spPr>
        <a:xfrm>
          <a:off x="159427" y="3412932"/>
          <a:ext cx="289869" cy="28986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D75BD51-8454-4218-9A32-E4447C7F18C5}">
      <dsp:nvSpPr>
        <dsp:cNvPr id="0" name=""/>
        <dsp:cNvSpPr/>
      </dsp:nvSpPr>
      <dsp:spPr>
        <a:xfrm>
          <a:off x="608724" y="3294349"/>
          <a:ext cx="9815435" cy="5270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5778" tIns="55778" rIns="55778" bIns="55778" numCol="1" spcCol="1270" anchor="ctr" anchorCtr="0">
          <a:noAutofit/>
        </a:bodyPr>
        <a:lstStyle/>
        <a:p>
          <a:pPr marL="0" lvl="0" indent="0" algn="l" defTabSz="711200">
            <a:lnSpc>
              <a:spcPct val="100000"/>
            </a:lnSpc>
            <a:spcBef>
              <a:spcPct val="0"/>
            </a:spcBef>
            <a:spcAft>
              <a:spcPct val="35000"/>
            </a:spcAft>
            <a:buNone/>
          </a:pPr>
          <a:r>
            <a:rPr lang="en-US" sz="1600" kern="1200"/>
            <a:t>• Authentication, authorization and audit records.</a:t>
          </a:r>
        </a:p>
      </dsp:txBody>
      <dsp:txXfrm>
        <a:off x="608724" y="3294349"/>
        <a:ext cx="9815435" cy="527034"/>
      </dsp:txXfrm>
    </dsp:sp>
    <dsp:sp modelId="{6FB555D6-7A32-4A6D-8820-DBAB5B3A45FA}">
      <dsp:nvSpPr>
        <dsp:cNvPr id="0" name=""/>
        <dsp:cNvSpPr/>
      </dsp:nvSpPr>
      <dsp:spPr>
        <a:xfrm>
          <a:off x="0" y="3953142"/>
          <a:ext cx="10424160" cy="527034"/>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148F33E-9B92-4CA4-BCE1-0A60B23851D0}">
      <dsp:nvSpPr>
        <dsp:cNvPr id="0" name=""/>
        <dsp:cNvSpPr/>
      </dsp:nvSpPr>
      <dsp:spPr>
        <a:xfrm>
          <a:off x="159427" y="4071725"/>
          <a:ext cx="289869" cy="28986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7A8FE46-03E2-47E7-8339-EBD37B6934A7}">
      <dsp:nvSpPr>
        <dsp:cNvPr id="0" name=""/>
        <dsp:cNvSpPr/>
      </dsp:nvSpPr>
      <dsp:spPr>
        <a:xfrm>
          <a:off x="608724" y="3953142"/>
          <a:ext cx="9815435" cy="5270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5778" tIns="55778" rIns="55778" bIns="55778" numCol="1" spcCol="1270" anchor="ctr" anchorCtr="0">
          <a:noAutofit/>
        </a:bodyPr>
        <a:lstStyle/>
        <a:p>
          <a:pPr marL="0" lvl="0" indent="0" algn="l" defTabSz="711200">
            <a:lnSpc>
              <a:spcPct val="100000"/>
            </a:lnSpc>
            <a:spcBef>
              <a:spcPct val="0"/>
            </a:spcBef>
            <a:spcAft>
              <a:spcPct val="35000"/>
            </a:spcAft>
            <a:buNone/>
          </a:pPr>
          <a:r>
            <a:rPr lang="en-US" sz="1600" kern="1200"/>
            <a:t>• Reports for accounts and transactions.</a:t>
          </a:r>
        </a:p>
      </dsp:txBody>
      <dsp:txXfrm>
        <a:off x="608724" y="3953142"/>
        <a:ext cx="9815435" cy="52703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C28F436-EC70-42E4-A6B8-7CB7A73AE509}">
      <dsp:nvSpPr>
        <dsp:cNvPr id="0" name=""/>
        <dsp:cNvSpPr/>
      </dsp:nvSpPr>
      <dsp:spPr>
        <a:xfrm>
          <a:off x="0" y="1449"/>
          <a:ext cx="10424160" cy="61760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D4DD09F-6A41-45D8-98F3-73DDD4D503B7}">
      <dsp:nvSpPr>
        <dsp:cNvPr id="0" name=""/>
        <dsp:cNvSpPr/>
      </dsp:nvSpPr>
      <dsp:spPr>
        <a:xfrm>
          <a:off x="186826" y="140411"/>
          <a:ext cx="339684" cy="33968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287D995-11F0-461C-874E-FB282AB5A95E}">
      <dsp:nvSpPr>
        <dsp:cNvPr id="0" name=""/>
        <dsp:cNvSpPr/>
      </dsp:nvSpPr>
      <dsp:spPr>
        <a:xfrm>
          <a:off x="713337" y="1449"/>
          <a:ext cx="9710822" cy="6176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5364" tIns="65364" rIns="65364" bIns="65364" numCol="1" spcCol="1270" anchor="ctr" anchorCtr="0">
          <a:noAutofit/>
        </a:bodyPr>
        <a:lstStyle/>
        <a:p>
          <a:pPr marL="0" lvl="0" indent="0" algn="l" defTabSz="844550">
            <a:lnSpc>
              <a:spcPct val="100000"/>
            </a:lnSpc>
            <a:spcBef>
              <a:spcPct val="0"/>
            </a:spcBef>
            <a:spcAft>
              <a:spcPct val="35000"/>
            </a:spcAft>
            <a:buNone/>
          </a:pPr>
          <a:r>
            <a:rPr lang="en-US" sz="1900" kern="1200"/>
            <a:t>• Security – protect customer and transaction data.</a:t>
          </a:r>
        </a:p>
      </dsp:txBody>
      <dsp:txXfrm>
        <a:off x="713337" y="1449"/>
        <a:ext cx="9710822" cy="617608"/>
      </dsp:txXfrm>
    </dsp:sp>
    <dsp:sp modelId="{A4ACB80A-DA4A-4A16-9FEB-571DBD126CC4}">
      <dsp:nvSpPr>
        <dsp:cNvPr id="0" name=""/>
        <dsp:cNvSpPr/>
      </dsp:nvSpPr>
      <dsp:spPr>
        <a:xfrm>
          <a:off x="0" y="773459"/>
          <a:ext cx="10424160" cy="61760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753166F-C952-4B3B-9CFF-2AC9A537FB6F}">
      <dsp:nvSpPr>
        <dsp:cNvPr id="0" name=""/>
        <dsp:cNvSpPr/>
      </dsp:nvSpPr>
      <dsp:spPr>
        <a:xfrm>
          <a:off x="186826" y="912421"/>
          <a:ext cx="339684" cy="33968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5F0662D-2733-4FE3-9ACF-CBA4132F5017}">
      <dsp:nvSpPr>
        <dsp:cNvPr id="0" name=""/>
        <dsp:cNvSpPr/>
      </dsp:nvSpPr>
      <dsp:spPr>
        <a:xfrm>
          <a:off x="713337" y="773459"/>
          <a:ext cx="9710822" cy="6176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5364" tIns="65364" rIns="65364" bIns="65364" numCol="1" spcCol="1270" anchor="ctr" anchorCtr="0">
          <a:noAutofit/>
        </a:bodyPr>
        <a:lstStyle/>
        <a:p>
          <a:pPr marL="0" lvl="0" indent="0" algn="l" defTabSz="844550">
            <a:lnSpc>
              <a:spcPct val="100000"/>
            </a:lnSpc>
            <a:spcBef>
              <a:spcPct val="0"/>
            </a:spcBef>
            <a:spcAft>
              <a:spcPct val="35000"/>
            </a:spcAft>
            <a:buNone/>
          </a:pPr>
          <a:r>
            <a:rPr lang="en-US" sz="1900" kern="1200"/>
            <a:t>• Reliability – transactions must be recorded correctly.</a:t>
          </a:r>
        </a:p>
      </dsp:txBody>
      <dsp:txXfrm>
        <a:off x="713337" y="773459"/>
        <a:ext cx="9710822" cy="617608"/>
      </dsp:txXfrm>
    </dsp:sp>
    <dsp:sp modelId="{23675DEB-31F5-4E52-BF3C-CE86D7ECA82B}">
      <dsp:nvSpPr>
        <dsp:cNvPr id="0" name=""/>
        <dsp:cNvSpPr/>
      </dsp:nvSpPr>
      <dsp:spPr>
        <a:xfrm>
          <a:off x="0" y="1545470"/>
          <a:ext cx="10424160" cy="61760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0759EAB-C8CE-4008-B4A5-1DDFED29352D}">
      <dsp:nvSpPr>
        <dsp:cNvPr id="0" name=""/>
        <dsp:cNvSpPr/>
      </dsp:nvSpPr>
      <dsp:spPr>
        <a:xfrm>
          <a:off x="186826" y="1684432"/>
          <a:ext cx="339684" cy="33968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5882B55-0484-45B3-BD2B-8C4456CF2E96}">
      <dsp:nvSpPr>
        <dsp:cNvPr id="0" name=""/>
        <dsp:cNvSpPr/>
      </dsp:nvSpPr>
      <dsp:spPr>
        <a:xfrm>
          <a:off x="713337" y="1545470"/>
          <a:ext cx="9710822" cy="6176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5364" tIns="65364" rIns="65364" bIns="65364" numCol="1" spcCol="1270" anchor="ctr" anchorCtr="0">
          <a:noAutofit/>
        </a:bodyPr>
        <a:lstStyle/>
        <a:p>
          <a:pPr marL="0" lvl="0" indent="0" algn="l" defTabSz="844550">
            <a:lnSpc>
              <a:spcPct val="100000"/>
            </a:lnSpc>
            <a:spcBef>
              <a:spcPct val="0"/>
            </a:spcBef>
            <a:spcAft>
              <a:spcPct val="35000"/>
            </a:spcAft>
            <a:buNone/>
          </a:pPr>
          <a:r>
            <a:rPr lang="en-US" sz="1900" kern="1200"/>
            <a:t>• Performance – common queries should respond quickly.</a:t>
          </a:r>
        </a:p>
      </dsp:txBody>
      <dsp:txXfrm>
        <a:off x="713337" y="1545470"/>
        <a:ext cx="9710822" cy="617608"/>
      </dsp:txXfrm>
    </dsp:sp>
    <dsp:sp modelId="{A8D49625-572C-4CF1-A8DC-BFA646BDD789}">
      <dsp:nvSpPr>
        <dsp:cNvPr id="0" name=""/>
        <dsp:cNvSpPr/>
      </dsp:nvSpPr>
      <dsp:spPr>
        <a:xfrm>
          <a:off x="0" y="2317481"/>
          <a:ext cx="10424160" cy="61760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130A58D-E17C-40AB-BE56-155338AC89EE}">
      <dsp:nvSpPr>
        <dsp:cNvPr id="0" name=""/>
        <dsp:cNvSpPr/>
      </dsp:nvSpPr>
      <dsp:spPr>
        <a:xfrm>
          <a:off x="186826" y="2456442"/>
          <a:ext cx="339684" cy="33968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4B848BC-E4D6-4209-A130-78E07B425311}">
      <dsp:nvSpPr>
        <dsp:cNvPr id="0" name=""/>
        <dsp:cNvSpPr/>
      </dsp:nvSpPr>
      <dsp:spPr>
        <a:xfrm>
          <a:off x="713337" y="2317481"/>
          <a:ext cx="9710822" cy="6176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5364" tIns="65364" rIns="65364" bIns="65364" numCol="1" spcCol="1270" anchor="ctr" anchorCtr="0">
          <a:noAutofit/>
        </a:bodyPr>
        <a:lstStyle/>
        <a:p>
          <a:pPr marL="0" lvl="0" indent="0" algn="l" defTabSz="844550">
            <a:lnSpc>
              <a:spcPct val="100000"/>
            </a:lnSpc>
            <a:spcBef>
              <a:spcPct val="0"/>
            </a:spcBef>
            <a:spcAft>
              <a:spcPct val="35000"/>
            </a:spcAft>
            <a:buNone/>
          </a:pPr>
          <a:r>
            <a:rPr lang="en-US" sz="1900" kern="1200"/>
            <a:t>• Availability – authorized users should be able to access the system when required.</a:t>
          </a:r>
        </a:p>
      </dsp:txBody>
      <dsp:txXfrm>
        <a:off x="713337" y="2317481"/>
        <a:ext cx="9710822" cy="617608"/>
      </dsp:txXfrm>
    </dsp:sp>
    <dsp:sp modelId="{323FCFA1-8511-40F9-AFF2-02A95F672C34}">
      <dsp:nvSpPr>
        <dsp:cNvPr id="0" name=""/>
        <dsp:cNvSpPr/>
      </dsp:nvSpPr>
      <dsp:spPr>
        <a:xfrm>
          <a:off x="0" y="3089491"/>
          <a:ext cx="10424160" cy="61760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6FC203B-2D27-4456-B4C9-7B7A24FE0A62}">
      <dsp:nvSpPr>
        <dsp:cNvPr id="0" name=""/>
        <dsp:cNvSpPr/>
      </dsp:nvSpPr>
      <dsp:spPr>
        <a:xfrm>
          <a:off x="186826" y="3228453"/>
          <a:ext cx="339684" cy="33968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1E69012-4C33-4AB5-9DA9-313EF36556A2}">
      <dsp:nvSpPr>
        <dsp:cNvPr id="0" name=""/>
        <dsp:cNvSpPr/>
      </dsp:nvSpPr>
      <dsp:spPr>
        <a:xfrm>
          <a:off x="713337" y="3089491"/>
          <a:ext cx="9710822" cy="6176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5364" tIns="65364" rIns="65364" bIns="65364" numCol="1" spcCol="1270" anchor="ctr" anchorCtr="0">
          <a:noAutofit/>
        </a:bodyPr>
        <a:lstStyle/>
        <a:p>
          <a:pPr marL="0" lvl="0" indent="0" algn="l" defTabSz="844550">
            <a:lnSpc>
              <a:spcPct val="100000"/>
            </a:lnSpc>
            <a:spcBef>
              <a:spcPct val="0"/>
            </a:spcBef>
            <a:spcAft>
              <a:spcPct val="35000"/>
            </a:spcAft>
            <a:buNone/>
          </a:pPr>
          <a:r>
            <a:rPr lang="en-US" sz="1900" kern="1200"/>
            <a:t>• Scalability – support growth in customers and transactions.</a:t>
          </a:r>
        </a:p>
      </dsp:txBody>
      <dsp:txXfrm>
        <a:off x="713337" y="3089491"/>
        <a:ext cx="9710822" cy="617608"/>
      </dsp:txXfrm>
    </dsp:sp>
    <dsp:sp modelId="{8EF63C29-0FA6-4549-B2E3-B78ACE4212AE}">
      <dsp:nvSpPr>
        <dsp:cNvPr id="0" name=""/>
        <dsp:cNvSpPr/>
      </dsp:nvSpPr>
      <dsp:spPr>
        <a:xfrm>
          <a:off x="0" y="3861502"/>
          <a:ext cx="10424160" cy="61760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2324CF5-FCE8-4B2C-8E25-0D3F83133A10}">
      <dsp:nvSpPr>
        <dsp:cNvPr id="0" name=""/>
        <dsp:cNvSpPr/>
      </dsp:nvSpPr>
      <dsp:spPr>
        <a:xfrm>
          <a:off x="186826" y="4000464"/>
          <a:ext cx="339684" cy="33968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A90BCB6-A9D8-44A6-B8C0-8BE6D08A4844}">
      <dsp:nvSpPr>
        <dsp:cNvPr id="0" name=""/>
        <dsp:cNvSpPr/>
      </dsp:nvSpPr>
      <dsp:spPr>
        <a:xfrm>
          <a:off x="713337" y="3861502"/>
          <a:ext cx="9710822" cy="6176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5364" tIns="65364" rIns="65364" bIns="65364" numCol="1" spcCol="1270" anchor="ctr" anchorCtr="0">
          <a:noAutofit/>
        </a:bodyPr>
        <a:lstStyle/>
        <a:p>
          <a:pPr marL="0" lvl="0" indent="0" algn="l" defTabSz="844550">
            <a:lnSpc>
              <a:spcPct val="100000"/>
            </a:lnSpc>
            <a:spcBef>
              <a:spcPct val="0"/>
            </a:spcBef>
            <a:spcAft>
              <a:spcPct val="35000"/>
            </a:spcAft>
            <a:buNone/>
          </a:pPr>
          <a:r>
            <a:rPr lang="en-US" sz="1900" kern="1200"/>
            <a:t>• Maintainability – database and application should be easy to update.</a:t>
          </a:r>
        </a:p>
      </dsp:txBody>
      <dsp:txXfrm>
        <a:off x="713337" y="3861502"/>
        <a:ext cx="9710822" cy="617608"/>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9">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10">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BA31076-AAC7-46FB-A417-CEA74773C8B4}" type="datetimeFigureOut">
              <a:rPr lang="en-IN" smtClean="0"/>
              <a:t>08-10-2026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E14F5E6-B2F4-4597-8C97-4CE4C2D48792}" type="slidenum">
              <a:rPr lang="en-IN" smtClean="0"/>
              <a:t>‹#›</a:t>
            </a:fld>
            <a:endParaRPr lang="en-IN"/>
          </a:p>
        </p:txBody>
      </p:sp>
    </p:spTree>
    <p:extLst>
      <p:ext uri="{BB962C8B-B14F-4D97-AF65-F5344CB8AC3E}">
        <p14:creationId xmlns:p14="http://schemas.microsoft.com/office/powerpoint/2010/main" val="40261458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with Picture">
    <p:bg>
      <p:bgPr>
        <a:solidFill>
          <a:schemeClr val="bg2"/>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6789" y="-1"/>
            <a:ext cx="12192001" cy="6858000"/>
          </a:xfrm>
          <a:blipFill>
            <a:blip r:embed="rId2">
              <a:alphaModFix amt="70000"/>
            </a:blip>
            <a:stretch>
              <a:fillRect/>
            </a:stretch>
          </a:blipFill>
        </p:spPr>
        <p:txBody>
          <a:bodyPr/>
          <a:lstStyle>
            <a:lvl1pPr>
              <a:defRPr/>
            </a:lvl1pPr>
          </a:lstStyle>
          <a:p>
            <a:r>
              <a:rPr lang="en-US" dirty="0"/>
              <a:t>   </a:t>
            </a:r>
          </a:p>
        </p:txBody>
      </p:sp>
      <p:sp>
        <p:nvSpPr>
          <p:cNvPr id="6" name="Title 5">
            <a:extLst>
              <a:ext uri="{FF2B5EF4-FFF2-40B4-BE49-F238E27FC236}">
                <a16:creationId xmlns:a16="http://schemas.microsoft.com/office/drawing/2014/main" id="{F7DA815B-BFAB-3E8D-D7E1-E7F9DE0A7703}"/>
              </a:ext>
            </a:extLst>
          </p:cNvPr>
          <p:cNvSpPr>
            <a:spLocks noGrp="1"/>
          </p:cNvSpPr>
          <p:nvPr>
            <p:ph type="title"/>
          </p:nvPr>
        </p:nvSpPr>
        <p:spPr>
          <a:xfrm>
            <a:off x="0" y="-1"/>
            <a:ext cx="6096000" cy="6857999"/>
          </a:xfrm>
          <a:gradFill>
            <a:gsLst>
              <a:gs pos="86000">
                <a:schemeClr val="accent4">
                  <a:lumMod val="50000"/>
                  <a:alpha val="95000"/>
                </a:schemeClr>
              </a:gs>
              <a:gs pos="100000">
                <a:schemeClr val="bg2">
                  <a:alpha val="90000"/>
                </a:schemeClr>
              </a:gs>
              <a:gs pos="42000">
                <a:srgbClr val="161824">
                  <a:alpha val="20000"/>
                </a:srgbClr>
              </a:gs>
              <a:gs pos="18000">
                <a:schemeClr val="bg2">
                  <a:lumMod val="90000"/>
                  <a:lumOff val="10000"/>
                  <a:alpha val="0"/>
                </a:schemeClr>
              </a:gs>
            </a:gsLst>
            <a:lin ang="11400000" scaled="0"/>
          </a:gradFill>
        </p:spPr>
        <p:txBody>
          <a:bodyPr lIns="365760" tIns="822960" rIns="914400" bIns="2286000" anchor="t"/>
          <a:lstStyle>
            <a:lvl1pPr>
              <a:defRPr sz="5000"/>
            </a:lvl1pPr>
          </a:lstStyle>
          <a:p>
            <a:r>
              <a:rPr lang="en-US"/>
              <a:t>Click to edit Master title style</a:t>
            </a:r>
            <a:endParaRPr lang="en-US" dirty="0"/>
          </a:p>
        </p:txBody>
      </p:sp>
      <p:sp>
        <p:nvSpPr>
          <p:cNvPr id="15" name="Subtitle 2">
            <a:extLst>
              <a:ext uri="{FF2B5EF4-FFF2-40B4-BE49-F238E27FC236}">
                <a16:creationId xmlns:a16="http://schemas.microsoft.com/office/drawing/2014/main" id="{57758407-B9B8-FC90-BBF1-B9013F196E21}"/>
              </a:ext>
            </a:extLst>
          </p:cNvPr>
          <p:cNvSpPr>
            <a:spLocks noGrp="1"/>
          </p:cNvSpPr>
          <p:nvPr>
            <p:ph type="subTitle" idx="1"/>
          </p:nvPr>
        </p:nvSpPr>
        <p:spPr>
          <a:xfrm>
            <a:off x="0" y="2401889"/>
            <a:ext cx="6096000" cy="4456112"/>
          </a:xfrm>
          <a:gradFill>
            <a:gsLst>
              <a:gs pos="35000">
                <a:schemeClr val="bg2">
                  <a:alpha val="32000"/>
                </a:schemeClr>
              </a:gs>
              <a:gs pos="56000">
                <a:schemeClr val="accent6">
                  <a:alpha val="0"/>
                </a:schemeClr>
              </a:gs>
              <a:gs pos="8000">
                <a:schemeClr val="bg2"/>
              </a:gs>
              <a:gs pos="22000">
                <a:schemeClr val="bg2">
                  <a:alpha val="67000"/>
                </a:schemeClr>
              </a:gs>
            </a:gsLst>
            <a:path path="circle">
              <a:fillToRect t="100000" r="100000"/>
            </a:path>
          </a:gradFill>
        </p:spPr>
        <p:txBody>
          <a:bodyPr vert="horz" lIns="393192" tIns="457200" rIns="274320" bIns="731520" rtlCol="0" anchor="b">
            <a:normAutofit/>
          </a:bodyPr>
          <a:lstStyle>
            <a:lvl1pPr marL="0" indent="0">
              <a:buNone/>
              <a:defRPr lang="en-US" sz="1400" dirty="0"/>
            </a:lvl1pPr>
          </a:lstStyle>
          <a:p>
            <a:pPr lvl="0"/>
            <a:r>
              <a:rPr lang="en-US"/>
              <a:t>Click to edit Master subtitle style</a:t>
            </a:r>
            <a:endParaRPr lang="en-US" dirty="0"/>
          </a:p>
        </p:txBody>
      </p:sp>
      <p:sp>
        <p:nvSpPr>
          <p:cNvPr id="11" name="Date Placeholder 10">
            <a:extLst>
              <a:ext uri="{FF2B5EF4-FFF2-40B4-BE49-F238E27FC236}">
                <a16:creationId xmlns:a16="http://schemas.microsoft.com/office/drawing/2014/main" id="{A03BE6F4-76AC-1913-6858-8449FC30A22C}"/>
              </a:ext>
            </a:extLst>
          </p:cNvPr>
          <p:cNvSpPr>
            <a:spLocks noGrp="1"/>
          </p:cNvSpPr>
          <p:nvPr>
            <p:ph type="dt" sz="half" idx="14"/>
          </p:nvPr>
        </p:nvSpPr>
        <p:spPr/>
        <p:txBody>
          <a:bodyPr/>
          <a:lstStyle/>
          <a:p>
            <a:fld id="{5BCAD085-E8A6-8845-BD4E-CB4CCA059FC4}" type="datetimeFigureOut">
              <a:rPr lang="en-US" smtClean="0"/>
              <a:t>10/8/2026</a:t>
            </a:fld>
            <a:endParaRPr lang="en-US"/>
          </a:p>
        </p:txBody>
      </p:sp>
      <p:sp>
        <p:nvSpPr>
          <p:cNvPr id="12" name="Footer Placeholder 11">
            <a:extLst>
              <a:ext uri="{FF2B5EF4-FFF2-40B4-BE49-F238E27FC236}">
                <a16:creationId xmlns:a16="http://schemas.microsoft.com/office/drawing/2014/main" id="{3A959F0E-1234-A029-DD14-0642D1457559}"/>
              </a:ext>
            </a:extLst>
          </p:cNvPr>
          <p:cNvSpPr>
            <a:spLocks noGrp="1"/>
          </p:cNvSpPr>
          <p:nvPr>
            <p:ph type="ftr" sz="quarter" idx="15"/>
          </p:nvPr>
        </p:nvSpPr>
        <p:spPr/>
        <p:txBody>
          <a:bodyPr/>
          <a:lstStyle/>
          <a:p>
            <a:endParaRPr lang="en-US"/>
          </a:p>
        </p:txBody>
      </p:sp>
      <p:sp>
        <p:nvSpPr>
          <p:cNvPr id="14" name="Slide Number Placeholder 13">
            <a:extLst>
              <a:ext uri="{FF2B5EF4-FFF2-40B4-BE49-F238E27FC236}">
                <a16:creationId xmlns:a16="http://schemas.microsoft.com/office/drawing/2014/main" id="{42107F04-5566-3CCB-8B23-B8B3ECBA5457}"/>
              </a:ext>
            </a:extLst>
          </p:cNvPr>
          <p:cNvSpPr>
            <a:spLocks noGrp="1"/>
          </p:cNvSpPr>
          <p:nvPr>
            <p:ph type="sldNum" sz="quarter" idx="16"/>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73643184"/>
      </p:ext>
    </p:extLst>
  </p:cSld>
  <p:clrMapOvr>
    <a:masterClrMapping/>
  </p:clrMapOvr>
  <p:extLst>
    <p:ext uri="{DCECCB84-F9BA-43D5-87BE-67443E8EF086}">
      <p15:sldGuideLst xmlns:p15="http://schemas.microsoft.com/office/powerpoint/2012/main">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722282"/>
            <a:ext cx="9830017" cy="731520"/>
          </a:xfrm>
        </p:spPr>
        <p:txBody>
          <a:bodyPr anchor="b">
            <a:normAutofit/>
          </a:bodyPr>
          <a:lstStyle>
            <a:lvl1pPr>
              <a:defRPr sz="2800">
                <a:solidFill>
                  <a:schemeClr val="tx1"/>
                </a:solidFill>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5BCAD085-E8A6-8845-BD4E-CB4CCA059FC4}" type="datetimeFigureOut">
              <a:rPr lang="en-US" smtClean="0"/>
              <a:t>10/8/2026</a:t>
            </a:fld>
            <a:endParaRPr lang="en-US"/>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p:txBody>
          <a:bodyPr/>
          <a:lstStyle/>
          <a:p>
            <a:endParaRPr lang="en-US"/>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C1FF6DA9-008F-8B48-92A6-B652298478BF}" type="slidenum">
              <a:rPr lang="en-US" smtClean="0"/>
              <a:t>‹#›</a:t>
            </a:fld>
            <a:endParaRPr lang="en-US"/>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301752" y="2011680"/>
            <a:ext cx="11402568" cy="438912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4" name="Straight Connector 3">
            <a:extLst>
              <a:ext uri="{FF2B5EF4-FFF2-40B4-BE49-F238E27FC236}">
                <a16:creationId xmlns:a16="http://schemas.microsoft.com/office/drawing/2014/main" id="{F14132CA-3777-075A-ECC4-B9DEFA9B3CEB}"/>
              </a:ext>
            </a:extLst>
          </p:cNvPr>
          <p:cNvCxnSpPr>
            <a:cxnSpLocks/>
          </p:cNvCxnSpPr>
          <p:nvPr/>
        </p:nvCxnSpPr>
        <p:spPr>
          <a:xfrm flipH="1">
            <a:off x="394716" y="1704836"/>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268455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with Picture 2">
    <p:bg>
      <p:bgPr>
        <a:solidFill>
          <a:schemeClr val="bg2"/>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12192000" cy="6858000"/>
          </a:xfrm>
          <a:blipFill>
            <a:blip r:embed="rId2">
              <a:alphaModFix amt="70000"/>
            </a:blip>
            <a:stretch>
              <a:fillRect l="-2" t="-1" b="-19091"/>
            </a:stretch>
          </a:blipFill>
        </p:spPr>
        <p:txBody>
          <a:bodyPr/>
          <a:lstStyle>
            <a:lvl1pPr>
              <a:defRPr/>
            </a:lvl1pPr>
          </a:lstStyle>
          <a:p>
            <a:r>
              <a:rPr lang="en-US" dirty="0"/>
              <a:t>   </a:t>
            </a:r>
          </a:p>
        </p:txBody>
      </p:sp>
      <p:sp>
        <p:nvSpPr>
          <p:cNvPr id="10" name="Title 9">
            <a:extLst>
              <a:ext uri="{FF2B5EF4-FFF2-40B4-BE49-F238E27FC236}">
                <a16:creationId xmlns:a16="http://schemas.microsoft.com/office/drawing/2014/main" id="{D35AE1E4-9BA4-415B-370F-31BCBBC952D7}"/>
              </a:ext>
            </a:extLst>
          </p:cNvPr>
          <p:cNvSpPr>
            <a:spLocks noGrp="1"/>
          </p:cNvSpPr>
          <p:nvPr>
            <p:ph type="title"/>
          </p:nvPr>
        </p:nvSpPr>
        <p:spPr>
          <a:xfrm>
            <a:off x="6096000" y="-1"/>
            <a:ext cx="6096000" cy="6857999"/>
          </a:xfrm>
          <a:gradFill>
            <a:gsLst>
              <a:gs pos="100000">
                <a:schemeClr val="bg2">
                  <a:alpha val="90000"/>
                </a:schemeClr>
              </a:gs>
              <a:gs pos="34000">
                <a:srgbClr val="061F7B">
                  <a:alpha val="5000"/>
                  <a:lumMod val="74000"/>
                </a:srgbClr>
              </a:gs>
              <a:gs pos="15000">
                <a:schemeClr val="accent1">
                  <a:lumMod val="75000"/>
                  <a:alpha val="0"/>
                </a:schemeClr>
              </a:gs>
            </a:gsLst>
            <a:lin ang="600000" scaled="0"/>
          </a:gradFill>
          <a:ln>
            <a:solidFill>
              <a:schemeClr val="tx1"/>
            </a:solidFill>
          </a:ln>
        </p:spPr>
        <p:txBody>
          <a:bodyPr lIns="1600200" tIns="822960" rIns="274320" bIns="457200" anchor="t"/>
          <a:lstStyle>
            <a:lvl1pPr>
              <a:defRPr sz="4200"/>
            </a:lvl1pPr>
          </a:lstStyle>
          <a:p>
            <a:r>
              <a:rPr lang="en-US"/>
              <a:t>Click to edit Master title style</a:t>
            </a:r>
            <a:endParaRPr lang="en-US" dirty="0"/>
          </a:p>
        </p:txBody>
      </p:sp>
      <p:sp>
        <p:nvSpPr>
          <p:cNvPr id="5" name="Subtitle 2">
            <a:extLst>
              <a:ext uri="{FF2B5EF4-FFF2-40B4-BE49-F238E27FC236}">
                <a16:creationId xmlns:a16="http://schemas.microsoft.com/office/drawing/2014/main" id="{D54B625A-114F-C2DE-F195-EF26EC052662}"/>
              </a:ext>
            </a:extLst>
          </p:cNvPr>
          <p:cNvSpPr>
            <a:spLocks noGrp="1"/>
          </p:cNvSpPr>
          <p:nvPr>
            <p:ph type="subTitle" idx="1"/>
          </p:nvPr>
        </p:nvSpPr>
        <p:spPr>
          <a:xfrm>
            <a:off x="5002306" y="4231338"/>
            <a:ext cx="7189694" cy="2626661"/>
          </a:xfrm>
          <a:gradFill>
            <a:gsLst>
              <a:gs pos="63000">
                <a:schemeClr val="accent5">
                  <a:lumMod val="75000"/>
                  <a:alpha val="0"/>
                </a:schemeClr>
              </a:gs>
              <a:gs pos="100000">
                <a:schemeClr val="accent3">
                  <a:lumMod val="60000"/>
                  <a:lumOff val="40000"/>
                  <a:alpha val="69000"/>
                </a:schemeClr>
              </a:gs>
              <a:gs pos="13000">
                <a:schemeClr val="bg2">
                  <a:alpha val="0"/>
                </a:schemeClr>
              </a:gs>
            </a:gsLst>
            <a:lin ang="4200000" scaled="0"/>
          </a:gradFill>
        </p:spPr>
        <p:txBody>
          <a:bodyPr vert="horz" lIns="2743200" tIns="640080" rIns="457200" bIns="731520" rtlCol="0" anchor="b">
            <a:normAutofit/>
          </a:bodyPr>
          <a:lstStyle>
            <a:lvl1pPr marL="0" indent="0">
              <a:buNone/>
              <a:defRPr lang="en-US" sz="1400" dirty="0"/>
            </a:lvl1pPr>
          </a:lstStyle>
          <a:p>
            <a:pPr lvl="0"/>
            <a:r>
              <a:rPr lang="en-US"/>
              <a:t>Click to edit Master subtitle style</a:t>
            </a:r>
            <a:endParaRPr lang="en-US" dirty="0"/>
          </a:p>
        </p:txBody>
      </p:sp>
      <p:sp>
        <p:nvSpPr>
          <p:cNvPr id="7" name="Date Placeholder 6">
            <a:extLst>
              <a:ext uri="{FF2B5EF4-FFF2-40B4-BE49-F238E27FC236}">
                <a16:creationId xmlns:a16="http://schemas.microsoft.com/office/drawing/2014/main" id="{0F001462-21CF-5988-0554-7DB1C494B04E}"/>
              </a:ext>
            </a:extLst>
          </p:cNvPr>
          <p:cNvSpPr>
            <a:spLocks noGrp="1"/>
          </p:cNvSpPr>
          <p:nvPr>
            <p:ph type="dt" sz="half" idx="14"/>
          </p:nvPr>
        </p:nvSpPr>
        <p:spPr>
          <a:xfrm>
            <a:off x="7620000" y="210312"/>
            <a:ext cx="1473201" cy="365760"/>
          </a:xfrm>
        </p:spPr>
        <p:txBody>
          <a:bodyPr/>
          <a:lstStyle/>
          <a:p>
            <a:fld id="{5BCAD085-E8A6-8845-BD4E-CB4CCA059FC4}" type="datetimeFigureOut">
              <a:rPr lang="en-US" smtClean="0"/>
              <a:t>10/8/2026</a:t>
            </a:fld>
            <a:endParaRPr lang="en-US"/>
          </a:p>
        </p:txBody>
      </p:sp>
      <p:sp>
        <p:nvSpPr>
          <p:cNvPr id="8" name="Footer Placeholder 7">
            <a:extLst>
              <a:ext uri="{FF2B5EF4-FFF2-40B4-BE49-F238E27FC236}">
                <a16:creationId xmlns:a16="http://schemas.microsoft.com/office/drawing/2014/main" id="{E972D5EE-6935-237E-C4A2-C61261249F33}"/>
              </a:ext>
            </a:extLst>
          </p:cNvPr>
          <p:cNvSpPr>
            <a:spLocks noGrp="1"/>
          </p:cNvSpPr>
          <p:nvPr>
            <p:ph type="ftr" sz="quarter" idx="15"/>
          </p:nvPr>
        </p:nvSpPr>
        <p:spPr>
          <a:xfrm>
            <a:off x="9164921" y="210312"/>
            <a:ext cx="2181351" cy="365760"/>
          </a:xfrm>
        </p:spPr>
        <p:txBody>
          <a:bodyPr/>
          <a:lstStyle/>
          <a:p>
            <a:endParaRPr lang="en-US"/>
          </a:p>
        </p:txBody>
      </p:sp>
      <p:sp>
        <p:nvSpPr>
          <p:cNvPr id="13" name="Slide Number Placeholder 12">
            <a:extLst>
              <a:ext uri="{FF2B5EF4-FFF2-40B4-BE49-F238E27FC236}">
                <a16:creationId xmlns:a16="http://schemas.microsoft.com/office/drawing/2014/main" id="{C81CEA4D-A8A1-D4D2-8F28-C83469372446}"/>
              </a:ext>
            </a:extLst>
          </p:cNvPr>
          <p:cNvSpPr>
            <a:spLocks noGrp="1"/>
          </p:cNvSpPr>
          <p:nvPr>
            <p:ph type="sldNum" sz="quarter" idx="16"/>
          </p:nvPr>
        </p:nvSpPr>
        <p:spPr>
          <a:xfrm>
            <a:off x="11447711" y="210312"/>
            <a:ext cx="448805" cy="36576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7047629"/>
      </p:ext>
    </p:extLst>
  </p:cSld>
  <p:clrMapOvr>
    <a:masterClrMapping/>
  </p:clrMapOvr>
  <p:extLst>
    <p:ext uri="{DCECCB84-F9BA-43D5-87BE-67443E8EF086}">
      <p15:sldGuideLst xmlns:p15="http://schemas.microsoft.com/office/powerpoint/2012/main">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6A70A2D-6A6F-D8FD-B860-1F184E1B5E94}"/>
              </a:ext>
            </a:extLst>
          </p:cNvPr>
          <p:cNvSpPr>
            <a:spLocks noGrp="1"/>
          </p:cNvSpPr>
          <p:nvPr>
            <p:ph type="title"/>
          </p:nvPr>
        </p:nvSpPr>
        <p:spPr>
          <a:xfrm>
            <a:off x="274320" y="1133214"/>
            <a:ext cx="11631478" cy="1825674"/>
          </a:xfrm>
        </p:spPr>
        <p:txBody>
          <a:bodyPr anchor="t"/>
          <a:lstStyle>
            <a:lvl1pPr>
              <a:defRPr sz="5000"/>
            </a:lvl1pPr>
          </a:lstStyle>
          <a:p>
            <a:r>
              <a:rPr lang="en-US"/>
              <a:t>Click to edit Master title style</a:t>
            </a:r>
          </a:p>
        </p:txBody>
      </p:sp>
      <p:sp>
        <p:nvSpPr>
          <p:cNvPr id="7" name="Subtitle 2">
            <a:extLst>
              <a:ext uri="{FF2B5EF4-FFF2-40B4-BE49-F238E27FC236}">
                <a16:creationId xmlns:a16="http://schemas.microsoft.com/office/drawing/2014/main" id="{D95EA3D9-98A4-3891-668D-DF99CC18D7AC}"/>
              </a:ext>
            </a:extLst>
          </p:cNvPr>
          <p:cNvSpPr>
            <a:spLocks noGrp="1"/>
          </p:cNvSpPr>
          <p:nvPr>
            <p:ph type="subTitle" idx="1"/>
          </p:nvPr>
        </p:nvSpPr>
        <p:spPr>
          <a:xfrm>
            <a:off x="301751" y="5351226"/>
            <a:ext cx="7235954" cy="771276"/>
          </a:xfrm>
          <a:noFill/>
        </p:spPr>
        <p:txBody>
          <a:bodyPr vert="horz" lIns="91440" tIns="45720" rIns="91440" bIns="45720" rtlCol="0" anchor="t">
            <a:noAutofit/>
          </a:bodyPr>
          <a:lstStyle>
            <a:lvl1pPr marL="0" indent="0">
              <a:buNone/>
              <a:defRPr lang="en-US" sz="1800" dirty="0"/>
            </a:lvl1pPr>
          </a:lstStyle>
          <a:p>
            <a:pPr lvl="0"/>
            <a:r>
              <a:rPr lang="en-US"/>
              <a:t>Click to edit Master subtitle style</a:t>
            </a:r>
            <a:endParaRPr lang="en-US" dirty="0"/>
          </a:p>
        </p:txBody>
      </p:sp>
      <p:sp>
        <p:nvSpPr>
          <p:cNvPr id="15" name="Date Placeholder 14">
            <a:extLst>
              <a:ext uri="{FF2B5EF4-FFF2-40B4-BE49-F238E27FC236}">
                <a16:creationId xmlns:a16="http://schemas.microsoft.com/office/drawing/2014/main" id="{4E1D7382-6629-2CE5-9CD1-12C42772E0D2}"/>
              </a:ext>
            </a:extLst>
          </p:cNvPr>
          <p:cNvSpPr>
            <a:spLocks noGrp="1"/>
          </p:cNvSpPr>
          <p:nvPr>
            <p:ph type="dt" sz="half" idx="10"/>
          </p:nvPr>
        </p:nvSpPr>
        <p:spPr/>
        <p:txBody>
          <a:bodyPr/>
          <a:lstStyle/>
          <a:p>
            <a:fld id="{5BCAD085-E8A6-8845-BD4E-CB4CCA059FC4}" type="datetimeFigureOut">
              <a:rPr lang="en-US" smtClean="0"/>
              <a:t>10/8/2026</a:t>
            </a:fld>
            <a:endParaRPr lang="en-US"/>
          </a:p>
        </p:txBody>
      </p:sp>
      <p:sp>
        <p:nvSpPr>
          <p:cNvPr id="16" name="Footer Placeholder 15">
            <a:extLst>
              <a:ext uri="{FF2B5EF4-FFF2-40B4-BE49-F238E27FC236}">
                <a16:creationId xmlns:a16="http://schemas.microsoft.com/office/drawing/2014/main" id="{04D3FCD7-2C92-02D9-B65F-03119FF69156}"/>
              </a:ext>
            </a:extLst>
          </p:cNvPr>
          <p:cNvSpPr>
            <a:spLocks noGrp="1"/>
          </p:cNvSpPr>
          <p:nvPr>
            <p:ph type="ftr" sz="quarter" idx="11"/>
          </p:nvPr>
        </p:nvSpPr>
        <p:spPr/>
        <p:txBody>
          <a:bodyPr/>
          <a:lstStyle/>
          <a:p>
            <a:endParaRPr lang="en-US"/>
          </a:p>
        </p:txBody>
      </p:sp>
      <p:sp>
        <p:nvSpPr>
          <p:cNvPr id="17" name="Slide Number Placeholder 16">
            <a:extLst>
              <a:ext uri="{FF2B5EF4-FFF2-40B4-BE49-F238E27FC236}">
                <a16:creationId xmlns:a16="http://schemas.microsoft.com/office/drawing/2014/main" id="{6825B394-7F27-6399-8BDB-45CADE4F48C2}"/>
              </a:ext>
            </a:extLst>
          </p:cNvPr>
          <p:cNvSpPr>
            <a:spLocks noGrp="1"/>
          </p:cNvSpPr>
          <p:nvPr>
            <p:ph type="sldNum" sz="quarter" idx="12"/>
          </p:nvPr>
        </p:nvSpPr>
        <p:spPr/>
        <p:txBody>
          <a:bodyPr/>
          <a:lstStyle/>
          <a:p>
            <a:fld id="{C1FF6DA9-008F-8B48-92A6-B652298478BF}" type="slidenum">
              <a:rPr lang="en-US" smtClean="0"/>
              <a:t>‹#›</a:t>
            </a:fld>
            <a:endParaRPr lang="en-US"/>
          </a:p>
        </p:txBody>
      </p:sp>
      <p:sp>
        <p:nvSpPr>
          <p:cNvPr id="11" name="Rectangle 10">
            <a:extLst>
              <a:ext uri="{FF2B5EF4-FFF2-40B4-BE49-F238E27FC236}">
                <a16:creationId xmlns:a16="http://schemas.microsoft.com/office/drawing/2014/main" id="{6D514160-DA6E-9655-9294-6538F297B73D}"/>
              </a:ext>
            </a:extLst>
          </p:cNvPr>
          <p:cNvSpPr/>
          <p:nvPr/>
        </p:nvSpPr>
        <p:spPr>
          <a:xfrm rot="10800000">
            <a:off x="0" y="3432121"/>
            <a:ext cx="12192000" cy="1825033"/>
          </a:xfrm>
          <a:prstGeom prst="rect">
            <a:avLst/>
          </a:prstGeom>
          <a:gradFill>
            <a:gsLst>
              <a:gs pos="63000">
                <a:schemeClr val="bg2">
                  <a:alpha val="0"/>
                </a:schemeClr>
              </a:gs>
              <a:gs pos="100000">
                <a:schemeClr val="accent1">
                  <a:lumMod val="75000"/>
                </a:schemeClr>
              </a:gs>
            </a:gsLst>
            <a:lin ang="5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2EC29EB-3E43-F1FF-EB6B-9F5C908FFCC8}"/>
              </a:ext>
            </a:extLst>
          </p:cNvPr>
          <p:cNvSpPr/>
          <p:nvPr/>
        </p:nvSpPr>
        <p:spPr>
          <a:xfrm rot="16200000" flipH="1">
            <a:off x="5938634" y="-996853"/>
            <a:ext cx="1825034" cy="10681699"/>
          </a:xfrm>
          <a:prstGeom prst="rect">
            <a:avLst/>
          </a:prstGeom>
          <a:gradFill>
            <a:gsLst>
              <a:gs pos="56000">
                <a:schemeClr val="bg1">
                  <a:alpha val="0"/>
                </a:schemeClr>
              </a:gs>
              <a:gs pos="100000">
                <a:schemeClr val="accent6"/>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9181991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3D93006-CD9A-ACB8-4DFF-755585BD51C6}"/>
              </a:ext>
            </a:extLst>
          </p:cNvPr>
          <p:cNvSpPr/>
          <p:nvPr/>
        </p:nvSpPr>
        <p:spPr>
          <a:xfrm rot="5400000" flipH="1" flipV="1">
            <a:off x="-367222" y="367225"/>
            <a:ext cx="6866356" cy="6131909"/>
          </a:xfrm>
          <a:prstGeom prst="rect">
            <a:avLst/>
          </a:prstGeom>
          <a:gradFill>
            <a:gsLst>
              <a:gs pos="13000">
                <a:schemeClr val="accent2"/>
              </a:gs>
              <a:gs pos="60000">
                <a:schemeClr val="bg2">
                  <a:alpha val="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7" name="Rectangle 6">
            <a:extLst>
              <a:ext uri="{FF2B5EF4-FFF2-40B4-BE49-F238E27FC236}">
                <a16:creationId xmlns:a16="http://schemas.microsoft.com/office/drawing/2014/main" id="{A35B8330-0A40-6340-3205-86A38459537F}"/>
              </a:ext>
            </a:extLst>
          </p:cNvPr>
          <p:cNvSpPr/>
          <p:nvPr/>
        </p:nvSpPr>
        <p:spPr>
          <a:xfrm rot="5400000" flipV="1">
            <a:off x="-1977949" y="2307330"/>
            <a:ext cx="6528619" cy="2572719"/>
          </a:xfrm>
          <a:prstGeom prst="rect">
            <a:avLst/>
          </a:prstGeom>
          <a:gradFill>
            <a:gsLst>
              <a:gs pos="0">
                <a:schemeClr val="accent1">
                  <a:lumMod val="75000"/>
                </a:schemeClr>
              </a:gs>
              <a:gs pos="42000">
                <a:schemeClr val="bg2">
                  <a:alpha val="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Rectangle 5">
            <a:extLst>
              <a:ext uri="{FF2B5EF4-FFF2-40B4-BE49-F238E27FC236}">
                <a16:creationId xmlns:a16="http://schemas.microsoft.com/office/drawing/2014/main" id="{72AFF5B4-F60C-7639-0259-DAA1F9833429}"/>
              </a:ext>
            </a:extLst>
          </p:cNvPr>
          <p:cNvSpPr/>
          <p:nvPr/>
        </p:nvSpPr>
        <p:spPr>
          <a:xfrm rot="10800000">
            <a:off x="1" y="4216109"/>
            <a:ext cx="8887299" cy="2644533"/>
          </a:xfrm>
          <a:prstGeom prst="rect">
            <a:avLst/>
          </a:prstGeom>
          <a:gradFill>
            <a:gsLst>
              <a:gs pos="0">
                <a:schemeClr val="accent3">
                  <a:lumMod val="60000"/>
                  <a:lumOff val="40000"/>
                </a:schemeClr>
              </a:gs>
              <a:gs pos="49000">
                <a:schemeClr val="accent4">
                  <a:lumMod val="75000"/>
                  <a:alpha val="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3018499" y="952500"/>
            <a:ext cx="8887299" cy="5636798"/>
          </a:xfrm>
        </p:spPr>
        <p:txBody>
          <a:bodyPr anchor="b">
            <a:normAutofit/>
          </a:bodyPr>
          <a:lstStyle>
            <a:lvl1pPr algn="r">
              <a:defRPr sz="72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3FCA76BF-5E58-9143-643F-6B06864B8735}"/>
              </a:ext>
            </a:extLst>
          </p:cNvPr>
          <p:cNvSpPr>
            <a:spLocks noGrp="1"/>
          </p:cNvSpPr>
          <p:nvPr>
            <p:ph type="dt" sz="half" idx="10"/>
          </p:nvPr>
        </p:nvSpPr>
        <p:spPr/>
        <p:txBody>
          <a:bodyPr/>
          <a:lstStyle/>
          <a:p>
            <a:fld id="{5BCAD085-E8A6-8845-BD4E-CB4CCA059FC4}" type="datetimeFigureOut">
              <a:rPr lang="en-US" smtClean="0"/>
              <a:t>10/8/2026</a:t>
            </a:fld>
            <a:endParaRPr lang="en-US"/>
          </a:p>
        </p:txBody>
      </p:sp>
      <p:sp>
        <p:nvSpPr>
          <p:cNvPr id="4" name="Footer Placeholder 3">
            <a:extLst>
              <a:ext uri="{FF2B5EF4-FFF2-40B4-BE49-F238E27FC236}">
                <a16:creationId xmlns:a16="http://schemas.microsoft.com/office/drawing/2014/main" id="{006C9F8B-DAAC-4FD9-5257-842E1B079B6D}"/>
              </a:ext>
            </a:extLst>
          </p:cNvPr>
          <p:cNvSpPr>
            <a:spLocks noGrp="1"/>
          </p:cNvSpPr>
          <p:nvPr>
            <p:ph type="ftr" sz="quarter" idx="11"/>
          </p:nvPr>
        </p:nvSpPr>
        <p:spPr/>
        <p:txBody>
          <a:bodyPr/>
          <a:lstStyle/>
          <a:p>
            <a:endParaRPr lang="en-US"/>
          </a:p>
        </p:txBody>
      </p:sp>
      <p:sp>
        <p:nvSpPr>
          <p:cNvPr id="8" name="Slide Number Placeholder 7">
            <a:extLst>
              <a:ext uri="{FF2B5EF4-FFF2-40B4-BE49-F238E27FC236}">
                <a16:creationId xmlns:a16="http://schemas.microsoft.com/office/drawing/2014/main" id="{DEF8E261-B260-D169-5279-F4153543A76C}"/>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950488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Agenda">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31AE9B9-D0DC-50F5-FE7E-BCF950A9B60C}"/>
              </a:ext>
            </a:extLst>
          </p:cNvPr>
          <p:cNvSpPr/>
          <p:nvPr/>
        </p:nvSpPr>
        <p:spPr>
          <a:xfrm>
            <a:off x="28450" y="0"/>
            <a:ext cx="7600185" cy="6858000"/>
          </a:xfrm>
          <a:prstGeom prst="rect">
            <a:avLst/>
          </a:prstGeom>
          <a:gradFill>
            <a:gsLst>
              <a:gs pos="52000">
                <a:schemeClr val="bg2">
                  <a:alpha val="0"/>
                </a:schemeClr>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F8F2B01-BAAD-F03E-72D9-CC472F3A5DE5}"/>
              </a:ext>
            </a:extLst>
          </p:cNvPr>
          <p:cNvSpPr/>
          <p:nvPr/>
        </p:nvSpPr>
        <p:spPr>
          <a:xfrm flipH="1" flipV="1">
            <a:off x="0" y="3409447"/>
            <a:ext cx="7609635" cy="3448553"/>
          </a:xfrm>
          <a:prstGeom prst="rect">
            <a:avLst/>
          </a:prstGeom>
          <a:gradFill>
            <a:gsLst>
              <a:gs pos="0">
                <a:schemeClr val="accent2"/>
              </a:gs>
              <a:gs pos="45000">
                <a:schemeClr val="bg2">
                  <a:alpha val="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5" name="Rectangle 4">
            <a:extLst>
              <a:ext uri="{FF2B5EF4-FFF2-40B4-BE49-F238E27FC236}">
                <a16:creationId xmlns:a16="http://schemas.microsoft.com/office/drawing/2014/main" id="{32F5B7E4-5668-20C3-5FFF-AA7F08736507}"/>
              </a:ext>
            </a:extLst>
          </p:cNvPr>
          <p:cNvSpPr/>
          <p:nvPr/>
        </p:nvSpPr>
        <p:spPr>
          <a:xfrm rot="16200000">
            <a:off x="394816" y="-375817"/>
            <a:ext cx="6858000" cy="7609635"/>
          </a:xfrm>
          <a:prstGeom prst="rect">
            <a:avLst/>
          </a:prstGeom>
          <a:gradFill>
            <a:gsLst>
              <a:gs pos="0">
                <a:schemeClr val="tx1"/>
              </a:gs>
              <a:gs pos="18000">
                <a:schemeClr val="accent3">
                  <a:lumMod val="60000"/>
                  <a:lumOff val="40000"/>
                  <a:alpha val="72000"/>
                </a:schemeClr>
              </a:gs>
              <a:gs pos="56000">
                <a:schemeClr val="accent1">
                  <a:lumMod val="50000"/>
                  <a:alpha val="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268344FF-8882-8B2E-4777-40771425C01A}"/>
              </a:ext>
            </a:extLst>
          </p:cNvPr>
          <p:cNvSpPr/>
          <p:nvPr/>
        </p:nvSpPr>
        <p:spPr>
          <a:xfrm rot="16200000">
            <a:off x="1188613" y="417977"/>
            <a:ext cx="5518112" cy="7361933"/>
          </a:xfrm>
          <a:prstGeom prst="rect">
            <a:avLst/>
          </a:prstGeom>
          <a:gradFill flip="none" rotWithShape="1">
            <a:gsLst>
              <a:gs pos="24000">
                <a:schemeClr val="bg2">
                  <a:alpha val="0"/>
                </a:schemeClr>
              </a:gs>
              <a:gs pos="45000">
                <a:schemeClr val="bg2">
                  <a:alpha val="82000"/>
                </a:schemeClr>
              </a:gs>
              <a:gs pos="67000">
                <a:schemeClr val="bg1">
                  <a:alpha val="0"/>
                </a:schemeClr>
              </a:gs>
            </a:gsLst>
            <a:lin ang="12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8" name="Title 7">
            <a:extLst>
              <a:ext uri="{FF2B5EF4-FFF2-40B4-BE49-F238E27FC236}">
                <a16:creationId xmlns:a16="http://schemas.microsoft.com/office/drawing/2014/main" id="{5F9BCED7-6A0B-12F0-730B-5623879C9495}"/>
              </a:ext>
            </a:extLst>
          </p:cNvPr>
          <p:cNvSpPr>
            <a:spLocks noGrp="1"/>
          </p:cNvSpPr>
          <p:nvPr>
            <p:ph type="title"/>
          </p:nvPr>
        </p:nvSpPr>
        <p:spPr>
          <a:xfrm>
            <a:off x="266702" y="1714498"/>
            <a:ext cx="4960617" cy="4722876"/>
          </a:xfrm>
        </p:spPr>
        <p:txBody>
          <a:bodyPr/>
          <a:lstStyle>
            <a:lvl1pPr>
              <a:defRPr sz="5000"/>
            </a:lvl1pPr>
          </a:lstStyle>
          <a:p>
            <a:r>
              <a:rPr lang="en-US"/>
              <a:t>Click to edit Master title style</a:t>
            </a:r>
            <a:endParaRPr lang="en-US" dirty="0"/>
          </a:p>
        </p:txBody>
      </p:sp>
      <p:sp>
        <p:nvSpPr>
          <p:cNvPr id="13" name="Date Placeholder 12">
            <a:extLst>
              <a:ext uri="{FF2B5EF4-FFF2-40B4-BE49-F238E27FC236}">
                <a16:creationId xmlns:a16="http://schemas.microsoft.com/office/drawing/2014/main" id="{E14FBD3E-3A09-5EF4-6941-FFF3E03D5396}"/>
              </a:ext>
            </a:extLst>
          </p:cNvPr>
          <p:cNvSpPr>
            <a:spLocks noGrp="1"/>
          </p:cNvSpPr>
          <p:nvPr>
            <p:ph type="dt" sz="half" idx="14"/>
          </p:nvPr>
        </p:nvSpPr>
        <p:spPr/>
        <p:txBody>
          <a:bodyPr/>
          <a:lstStyle/>
          <a:p>
            <a:fld id="{5BCAD085-E8A6-8845-BD4E-CB4CCA059FC4}" type="datetimeFigureOut">
              <a:rPr lang="en-US" smtClean="0"/>
              <a:t>10/8/2026</a:t>
            </a:fld>
            <a:endParaRPr lang="en-US"/>
          </a:p>
        </p:txBody>
      </p:sp>
      <p:sp>
        <p:nvSpPr>
          <p:cNvPr id="14" name="Footer Placeholder 13">
            <a:extLst>
              <a:ext uri="{FF2B5EF4-FFF2-40B4-BE49-F238E27FC236}">
                <a16:creationId xmlns:a16="http://schemas.microsoft.com/office/drawing/2014/main" id="{362D8C0B-F931-385E-61C9-0E7226053F00}"/>
              </a:ext>
            </a:extLst>
          </p:cNvPr>
          <p:cNvSpPr>
            <a:spLocks noGrp="1"/>
          </p:cNvSpPr>
          <p:nvPr>
            <p:ph type="ftr" sz="quarter" idx="15"/>
          </p:nvPr>
        </p:nvSpPr>
        <p:spPr>
          <a:xfrm>
            <a:off x="7909368" y="210114"/>
            <a:ext cx="2509284" cy="365760"/>
          </a:xfrm>
        </p:spPr>
        <p:txBody>
          <a:bodyPr/>
          <a:lstStyle/>
          <a:p>
            <a:endParaRPr lang="en-US"/>
          </a:p>
        </p:txBody>
      </p:sp>
      <p:sp>
        <p:nvSpPr>
          <p:cNvPr id="15" name="Slide Number Placeholder 14">
            <a:extLst>
              <a:ext uri="{FF2B5EF4-FFF2-40B4-BE49-F238E27FC236}">
                <a16:creationId xmlns:a16="http://schemas.microsoft.com/office/drawing/2014/main" id="{07E96BDD-FAA3-3ABD-453F-3A62D97801B5}"/>
              </a:ext>
            </a:extLst>
          </p:cNvPr>
          <p:cNvSpPr>
            <a:spLocks noGrp="1"/>
          </p:cNvSpPr>
          <p:nvPr>
            <p:ph type="sldNum" sz="quarter" idx="16"/>
          </p:nvPr>
        </p:nvSpPr>
        <p:spPr/>
        <p:txBody>
          <a:bodyPr/>
          <a:lstStyle/>
          <a:p>
            <a:fld id="{C1FF6DA9-008F-8B48-92A6-B652298478BF}" type="slidenum">
              <a:rPr lang="en-US" smtClean="0"/>
              <a:t>‹#›</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952232" y="1246951"/>
            <a:ext cx="3404277" cy="4923185"/>
          </a:xfrm>
        </p:spPr>
        <p:txBody>
          <a:bodyPr vert="horz" lIns="91440" tIns="45720" rIns="91440" bIns="45720" rtlCol="0" anchor="t">
            <a:normAutofit/>
          </a:bodyPr>
          <a:lstStyle>
            <a:lvl1pPr marL="457200" indent="-457200">
              <a:spcBef>
                <a:spcPts val="1000"/>
              </a:spcBef>
              <a:spcAft>
                <a:spcPts val="600"/>
              </a:spcAft>
              <a:buFont typeface="+mj-lt"/>
              <a:buAutoNum type="arabicPeriod"/>
              <a:defRPr lang="en-US" sz="1600" dirty="0"/>
            </a:lvl1pPr>
            <a:lvl2pPr marL="571500" indent="-342900">
              <a:spcBef>
                <a:spcPts val="1000"/>
              </a:spcBef>
              <a:spcAft>
                <a:spcPts val="600"/>
              </a:spcAft>
              <a:buFont typeface="+mj-lt"/>
              <a:buAutoNum type="arabicPeriod"/>
              <a:defRPr lang="en-US" sz="1400" dirty="0"/>
            </a:lvl2pPr>
            <a:lvl3pPr marL="800100" indent="-342900">
              <a:spcBef>
                <a:spcPts val="1000"/>
              </a:spcBef>
              <a:spcAft>
                <a:spcPts val="600"/>
              </a:spcAft>
              <a:buFont typeface="+mj-lt"/>
              <a:buAutoNum type="arabicPeriod"/>
              <a:defRPr lang="en-US" sz="1400" dirty="0"/>
            </a:lvl3pPr>
            <a:lvl4pPr>
              <a:spcBef>
                <a:spcPts val="1000"/>
              </a:spcBef>
              <a:spcAft>
                <a:spcPts val="600"/>
              </a:spcAft>
              <a:buFont typeface="+mj-lt"/>
              <a:buAutoNum type="arabicPeriod"/>
              <a:defRPr lang="en-US" sz="1400" dirty="0"/>
            </a:lvl4pPr>
            <a:lvl5pPr>
              <a:spcBef>
                <a:spcPts val="1000"/>
              </a:spcBef>
              <a:spcAft>
                <a:spcPts val="600"/>
              </a:spcAft>
              <a:buFont typeface="+mj-lt"/>
              <a:buAutoNum type="arabicPeriod"/>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2" name="Straight Connector 11">
            <a:extLst>
              <a:ext uri="{FF2B5EF4-FFF2-40B4-BE49-F238E27FC236}">
                <a16:creationId xmlns:a16="http://schemas.microsoft.com/office/drawing/2014/main" id="{5B086C0A-2B9C-7A1D-5F77-AF7402CC1F84}"/>
              </a:ext>
            </a:extLst>
          </p:cNvPr>
          <p:cNvCxnSpPr>
            <a:cxnSpLocks/>
          </p:cNvCxnSpPr>
          <p:nvPr/>
        </p:nvCxnSpPr>
        <p:spPr>
          <a:xfrm flipH="1">
            <a:off x="8002560" y="762000"/>
            <a:ext cx="3840480" cy="0"/>
          </a:xfrm>
          <a:prstGeom prst="line">
            <a:avLst/>
          </a:prstGeom>
          <a:ln w="6350">
            <a:solidFill>
              <a:schemeClr val="tx1">
                <a:lumMod val="85000"/>
                <a:alpha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850913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C84410D4-C581-C48F-5E1D-E93DA884342F}"/>
              </a:ext>
            </a:extLst>
          </p:cNvPr>
          <p:cNvSpPr/>
          <p:nvPr/>
        </p:nvSpPr>
        <p:spPr>
          <a:xfrm rot="10800000">
            <a:off x="14619" y="-2"/>
            <a:ext cx="12177379" cy="4492404"/>
          </a:xfrm>
          <a:prstGeom prst="rect">
            <a:avLst/>
          </a:prstGeom>
          <a:gradFill flip="none" rotWithShape="1">
            <a:gsLst>
              <a:gs pos="33000">
                <a:schemeClr val="bg2">
                  <a:alpha val="0"/>
                </a:schemeClr>
              </a:gs>
              <a:gs pos="82000">
                <a:schemeClr val="accent1">
                  <a:lumMod val="50000"/>
                  <a:alpha val="44000"/>
                </a:schemeClr>
              </a:gs>
              <a:gs pos="100000">
                <a:schemeClr val="accent3">
                  <a:lumMod val="60000"/>
                  <a:lumOff val="40000"/>
                  <a:alpha val="9000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F8F2B01-BAAD-F03E-72D9-CC472F3A5DE5}"/>
              </a:ext>
            </a:extLst>
          </p:cNvPr>
          <p:cNvSpPr/>
          <p:nvPr/>
        </p:nvSpPr>
        <p:spPr>
          <a:xfrm flipH="1" flipV="1">
            <a:off x="723903" y="1161955"/>
            <a:ext cx="11468097" cy="3330447"/>
          </a:xfrm>
          <a:prstGeom prst="rect">
            <a:avLst/>
          </a:prstGeom>
          <a:gradFill>
            <a:gsLst>
              <a:gs pos="0">
                <a:schemeClr val="accent2">
                  <a:lumMod val="75000"/>
                </a:schemeClr>
              </a:gs>
              <a:gs pos="27000">
                <a:schemeClr val="bg2">
                  <a:alpha val="0"/>
                </a:schemeClr>
              </a:gs>
            </a:gsLst>
            <a:lin ang="5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3" name="Rectangle 2">
            <a:extLst>
              <a:ext uri="{FF2B5EF4-FFF2-40B4-BE49-F238E27FC236}">
                <a16:creationId xmlns:a16="http://schemas.microsoft.com/office/drawing/2014/main" id="{D31AE9B9-D0DC-50F5-FE7E-BCF950A9B60C}"/>
              </a:ext>
            </a:extLst>
          </p:cNvPr>
          <p:cNvSpPr/>
          <p:nvPr/>
        </p:nvSpPr>
        <p:spPr>
          <a:xfrm rot="10800000">
            <a:off x="-14621" y="-7466"/>
            <a:ext cx="6110621" cy="2500409"/>
          </a:xfrm>
          <a:prstGeom prst="rect">
            <a:avLst/>
          </a:prstGeom>
          <a:gradFill flip="none" rotWithShape="1">
            <a:gsLst>
              <a:gs pos="63000">
                <a:schemeClr val="bg2">
                  <a:alpha val="0"/>
                </a:schemeClr>
              </a:gs>
              <a:gs pos="100000">
                <a:schemeClr val="accent1">
                  <a:lumMod val="50000"/>
                </a:schemeClr>
              </a:gs>
            </a:gsLst>
            <a:lin ang="4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B4D63E47-B71F-605F-2462-F6F2ED4F115C}"/>
              </a:ext>
            </a:extLst>
          </p:cNvPr>
          <p:cNvSpPr>
            <a:spLocks noGrp="1"/>
          </p:cNvSpPr>
          <p:nvPr>
            <p:ph type="title"/>
          </p:nvPr>
        </p:nvSpPr>
        <p:spPr>
          <a:xfrm>
            <a:off x="274320" y="1468924"/>
            <a:ext cx="5096176" cy="2461308"/>
          </a:xfrm>
        </p:spPr>
        <p:txBody>
          <a:bodyPr/>
          <a:lstStyle>
            <a:lvl1pPr>
              <a:defRPr sz="5000"/>
            </a:lvl1p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C3B19A28-AC79-CF20-C703-D6B27C01698A}"/>
              </a:ext>
            </a:extLst>
          </p:cNvPr>
          <p:cNvSpPr>
            <a:spLocks noGrp="1"/>
          </p:cNvSpPr>
          <p:nvPr>
            <p:ph type="dt" sz="half" idx="14"/>
          </p:nvPr>
        </p:nvSpPr>
        <p:spPr>
          <a:xfrm>
            <a:off x="419100" y="210114"/>
            <a:ext cx="2064089" cy="365760"/>
          </a:xfrm>
        </p:spPr>
        <p:txBody>
          <a:bodyPr/>
          <a:lstStyle>
            <a:lvl1pPr>
              <a:defRPr>
                <a:solidFill>
                  <a:schemeClr val="tx1"/>
                </a:solidFill>
              </a:defRPr>
            </a:lvl1pPr>
          </a:lstStyle>
          <a:p>
            <a:fld id="{5BCAD085-E8A6-8845-BD4E-CB4CCA059FC4}" type="datetimeFigureOut">
              <a:rPr lang="en-US" smtClean="0"/>
              <a:t>10/8/2026</a:t>
            </a:fld>
            <a:endParaRPr lang="en-US"/>
          </a:p>
        </p:txBody>
      </p:sp>
      <p:sp>
        <p:nvSpPr>
          <p:cNvPr id="8" name="Footer Placeholder 7">
            <a:extLst>
              <a:ext uri="{FF2B5EF4-FFF2-40B4-BE49-F238E27FC236}">
                <a16:creationId xmlns:a16="http://schemas.microsoft.com/office/drawing/2014/main" id="{19E554EC-D104-642A-5E42-E4CFB243523F}"/>
              </a:ext>
            </a:extLst>
          </p:cNvPr>
          <p:cNvSpPr>
            <a:spLocks noGrp="1"/>
          </p:cNvSpPr>
          <p:nvPr>
            <p:ph type="ftr" sz="quarter" idx="15"/>
          </p:nvPr>
        </p:nvSpPr>
        <p:spPr>
          <a:xfrm>
            <a:off x="6477000" y="210114"/>
            <a:ext cx="3251508" cy="365760"/>
          </a:xfrm>
        </p:spPr>
        <p:txBody>
          <a:bodyPr/>
          <a:lstStyle>
            <a:lvl1pPr>
              <a:defRPr>
                <a:solidFill>
                  <a:schemeClr val="tx1"/>
                </a:solidFill>
              </a:defRPr>
            </a:lvl1pPr>
          </a:lstStyle>
          <a:p>
            <a:endParaRPr lang="en-US"/>
          </a:p>
        </p:txBody>
      </p:sp>
      <p:sp>
        <p:nvSpPr>
          <p:cNvPr id="9" name="Slide Number Placeholder 8">
            <a:extLst>
              <a:ext uri="{FF2B5EF4-FFF2-40B4-BE49-F238E27FC236}">
                <a16:creationId xmlns:a16="http://schemas.microsoft.com/office/drawing/2014/main" id="{47E23A16-5291-F71A-D460-81EE611EA8B8}"/>
              </a:ext>
            </a:extLst>
          </p:cNvPr>
          <p:cNvSpPr>
            <a:spLocks noGrp="1"/>
          </p:cNvSpPr>
          <p:nvPr>
            <p:ph type="sldNum" sz="quarter" idx="16"/>
          </p:nvPr>
        </p:nvSpPr>
        <p:spPr/>
        <p:txBody>
          <a:bodyPr/>
          <a:lstStyle/>
          <a:p>
            <a:fld id="{C1FF6DA9-008F-8B48-92A6-B652298478BF}" type="slidenum">
              <a:rPr lang="en-US" smtClean="0"/>
              <a:t>‹#›</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487383" y="1161955"/>
            <a:ext cx="4158158" cy="2768278"/>
          </a:xfrm>
        </p:spPr>
        <p:txBody>
          <a:bodyPr vert="horz" lIns="91440" tIns="45720" rIns="91440" bIns="45720" rtlCol="0" anchor="b">
            <a:normAutofit/>
          </a:bodyPr>
          <a:lstStyle>
            <a:lvl1pPr marL="457200" indent="-457200">
              <a:spcBef>
                <a:spcPts val="1000"/>
              </a:spcBef>
              <a:spcAft>
                <a:spcPts val="600"/>
              </a:spcAft>
              <a:buFont typeface="+mj-lt"/>
              <a:buAutoNum type="arabicPeriod"/>
              <a:defRPr lang="en-US" sz="1600" dirty="0"/>
            </a:lvl1pPr>
            <a:lvl2pPr marL="571500" indent="-342900">
              <a:spcBef>
                <a:spcPts val="1000"/>
              </a:spcBef>
              <a:spcAft>
                <a:spcPts val="600"/>
              </a:spcAft>
              <a:buFont typeface="+mj-lt"/>
              <a:buAutoNum type="arabicPeriod"/>
              <a:defRPr lang="en-US" sz="1400" dirty="0"/>
            </a:lvl2pPr>
            <a:lvl3pPr marL="800100" indent="-342900">
              <a:spcBef>
                <a:spcPts val="1000"/>
              </a:spcBef>
              <a:spcAft>
                <a:spcPts val="600"/>
              </a:spcAft>
              <a:buFont typeface="+mj-lt"/>
              <a:buAutoNum type="arabicPeriod"/>
              <a:defRPr lang="en-US" sz="1400" dirty="0"/>
            </a:lvl3pPr>
            <a:lvl4pPr>
              <a:spcBef>
                <a:spcPts val="1000"/>
              </a:spcBef>
              <a:spcAft>
                <a:spcPts val="600"/>
              </a:spcAft>
              <a:buFont typeface="+mj-lt"/>
              <a:buAutoNum type="arabicPeriod"/>
              <a:defRPr lang="en-US" sz="1400" dirty="0"/>
            </a:lvl4pPr>
            <a:lvl5pPr>
              <a:spcBef>
                <a:spcPts val="1000"/>
              </a:spcBef>
              <a:spcAft>
                <a:spcPts val="600"/>
              </a:spcAft>
              <a:buFont typeface="+mj-lt"/>
              <a:buAutoNum type="arabicPeriod"/>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Picture Placeholder 14">
            <a:extLst>
              <a:ext uri="{FF2B5EF4-FFF2-40B4-BE49-F238E27FC236}">
                <a16:creationId xmlns:a16="http://schemas.microsoft.com/office/drawing/2014/main" id="{C9B8CAF0-3749-D1CF-0FDA-20F4B5EE9862}"/>
              </a:ext>
            </a:extLst>
          </p:cNvPr>
          <p:cNvSpPr>
            <a:spLocks noGrp="1"/>
          </p:cNvSpPr>
          <p:nvPr>
            <p:ph type="pic" sz="quarter" idx="17" hasCustomPrompt="1"/>
          </p:nvPr>
        </p:nvSpPr>
        <p:spPr>
          <a:xfrm>
            <a:off x="0" y="4492402"/>
            <a:ext cx="12192000" cy="2365597"/>
          </a:xfrm>
          <a:blipFill>
            <a:blip r:embed="rId2">
              <a:alphaModFix amt="70000"/>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36904473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Content 2">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C28AA25-2696-95B5-3DD1-1DDCE335B96E}"/>
              </a:ext>
            </a:extLst>
          </p:cNvPr>
          <p:cNvSpPr/>
          <p:nvPr/>
        </p:nvSpPr>
        <p:spPr>
          <a:xfrm>
            <a:off x="0" y="0"/>
            <a:ext cx="12192000" cy="6869579"/>
          </a:xfrm>
          <a:prstGeom prst="rect">
            <a:avLst/>
          </a:prstGeom>
          <a:gradFill flip="none" rotWithShape="1">
            <a:gsLst>
              <a:gs pos="23000">
                <a:schemeClr val="bg2">
                  <a:alpha val="0"/>
                </a:schemeClr>
              </a:gs>
              <a:gs pos="61000">
                <a:schemeClr val="accent1">
                  <a:lumMod val="50000"/>
                  <a:alpha val="50000"/>
                </a:schemeClr>
              </a:gs>
              <a:gs pos="100000">
                <a:schemeClr val="accent3">
                  <a:lumMod val="60000"/>
                  <a:lumOff val="40000"/>
                </a:schemeClr>
              </a:gs>
            </a:gsLst>
            <a:lin ang="186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DE6450F3-50BF-885C-FD60-BACC77C3F1E0}"/>
              </a:ext>
            </a:extLst>
          </p:cNvPr>
          <p:cNvSpPr/>
          <p:nvPr/>
        </p:nvSpPr>
        <p:spPr>
          <a:xfrm flipH="1" flipV="1">
            <a:off x="0" y="1727456"/>
            <a:ext cx="12192001" cy="5130541"/>
          </a:xfrm>
          <a:prstGeom prst="rect">
            <a:avLst/>
          </a:prstGeom>
          <a:gradFill>
            <a:gsLst>
              <a:gs pos="0">
                <a:schemeClr val="accent2">
                  <a:lumMod val="75000"/>
                </a:schemeClr>
              </a:gs>
              <a:gs pos="45000">
                <a:schemeClr val="bg2">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9" name="Rectangle 8">
            <a:extLst>
              <a:ext uri="{FF2B5EF4-FFF2-40B4-BE49-F238E27FC236}">
                <a16:creationId xmlns:a16="http://schemas.microsoft.com/office/drawing/2014/main" id="{3D53C05B-A90A-250E-CBC3-E741A87656D9}"/>
              </a:ext>
            </a:extLst>
          </p:cNvPr>
          <p:cNvSpPr/>
          <p:nvPr/>
        </p:nvSpPr>
        <p:spPr>
          <a:xfrm rot="5400000">
            <a:off x="4285048" y="-1037373"/>
            <a:ext cx="6869579" cy="8944324"/>
          </a:xfrm>
          <a:prstGeom prst="rect">
            <a:avLst/>
          </a:prstGeom>
          <a:gradFill flip="none" rotWithShape="1">
            <a:gsLst>
              <a:gs pos="60000">
                <a:schemeClr val="accent5">
                  <a:alpha val="0"/>
                </a:schemeClr>
              </a:gs>
              <a:gs pos="94000">
                <a:schemeClr val="accent3">
                  <a:lumMod val="20000"/>
                  <a:lumOff val="8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0B1BC43-B272-D419-E8BB-6EFDB7CB6DE6}"/>
              </a:ext>
            </a:extLst>
          </p:cNvPr>
          <p:cNvSpPr/>
          <p:nvPr/>
        </p:nvSpPr>
        <p:spPr>
          <a:xfrm rot="16200000">
            <a:off x="3586718" y="-681705"/>
            <a:ext cx="6783165" cy="8296238"/>
          </a:xfrm>
          <a:prstGeom prst="rect">
            <a:avLst/>
          </a:prstGeom>
          <a:gradFill flip="none" rotWithShape="1">
            <a:gsLst>
              <a:gs pos="26000">
                <a:schemeClr val="bg2"/>
              </a:gs>
              <a:gs pos="73000">
                <a:schemeClr val="bg2">
                  <a:alpha val="0"/>
                </a:schemeClr>
              </a:gs>
            </a:gsLst>
            <a:path path="circle">
              <a:fillToRect l="50000" t="50000" r="50000" b="50000"/>
            </a:path>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cxnSp>
        <p:nvCxnSpPr>
          <p:cNvPr id="11" name="Straight Connector 10">
            <a:extLst>
              <a:ext uri="{FF2B5EF4-FFF2-40B4-BE49-F238E27FC236}">
                <a16:creationId xmlns:a16="http://schemas.microsoft.com/office/drawing/2014/main" id="{9E9B18E3-016A-6508-4AB9-C1B35F40CE8C}"/>
              </a:ext>
            </a:extLst>
          </p:cNvPr>
          <p:cNvCxnSpPr>
            <a:cxnSpLocks/>
          </p:cNvCxnSpPr>
          <p:nvPr/>
        </p:nvCxnSpPr>
        <p:spPr>
          <a:xfrm flipH="1">
            <a:off x="394716" y="6101080"/>
            <a:ext cx="11402568" cy="0"/>
          </a:xfrm>
          <a:prstGeom prst="line">
            <a:avLst/>
          </a:prstGeom>
          <a:ln w="6350">
            <a:solidFill>
              <a:schemeClr val="tx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C44A4757-EA69-EF77-262C-A183AC218312}"/>
              </a:ext>
            </a:extLst>
          </p:cNvPr>
          <p:cNvSpPr/>
          <p:nvPr/>
        </p:nvSpPr>
        <p:spPr>
          <a:xfrm rot="10800000">
            <a:off x="0" y="1"/>
            <a:ext cx="12192000" cy="5281424"/>
          </a:xfrm>
          <a:prstGeom prst="rect">
            <a:avLst/>
          </a:prstGeom>
          <a:gradFill flip="none" rotWithShape="1">
            <a:gsLst>
              <a:gs pos="52000">
                <a:schemeClr val="accent2">
                  <a:lumMod val="50000"/>
                  <a:alpha val="0"/>
                </a:schemeClr>
              </a:gs>
              <a:gs pos="100000">
                <a:schemeClr val="accent1">
                  <a:lumMod val="75000"/>
                </a:schemeClr>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1" y="914400"/>
            <a:ext cx="7498080" cy="2621280"/>
          </a:xfrm>
        </p:spPr>
        <p:txBody>
          <a:bodyPr anchor="b">
            <a:normAutofit/>
          </a:bodyPr>
          <a:lstStyle>
            <a:lvl1pPr>
              <a:defRPr sz="4800" b="0">
                <a:solidFill>
                  <a:schemeClr val="tx1"/>
                </a:solidFill>
              </a:defRPr>
            </a:lvl1pPr>
          </a:lstStyle>
          <a:p>
            <a:r>
              <a:rPr lang="en-US"/>
              <a:t>Click to edit Master title style</a:t>
            </a:r>
          </a:p>
        </p:txBody>
      </p:sp>
      <p:sp>
        <p:nvSpPr>
          <p:cNvPr id="4" name="Date Placeholder 3">
            <a:extLst>
              <a:ext uri="{FF2B5EF4-FFF2-40B4-BE49-F238E27FC236}">
                <a16:creationId xmlns:a16="http://schemas.microsoft.com/office/drawing/2014/main" id="{2BF3AD86-30C4-61DF-3300-53A4A4BB6D4D}"/>
              </a:ext>
            </a:extLst>
          </p:cNvPr>
          <p:cNvSpPr>
            <a:spLocks noGrp="1"/>
          </p:cNvSpPr>
          <p:nvPr>
            <p:ph type="dt" sz="half" idx="14"/>
          </p:nvPr>
        </p:nvSpPr>
        <p:spPr/>
        <p:txBody>
          <a:bodyPr/>
          <a:lstStyle/>
          <a:p>
            <a:fld id="{5BCAD085-E8A6-8845-BD4E-CB4CCA059FC4}" type="datetimeFigureOut">
              <a:rPr lang="en-US" smtClean="0"/>
              <a:t>10/8/2026</a:t>
            </a:fld>
            <a:endParaRPr lang="en-US"/>
          </a:p>
        </p:txBody>
      </p:sp>
      <p:sp>
        <p:nvSpPr>
          <p:cNvPr id="5" name="Footer Placeholder 4">
            <a:extLst>
              <a:ext uri="{FF2B5EF4-FFF2-40B4-BE49-F238E27FC236}">
                <a16:creationId xmlns:a16="http://schemas.microsoft.com/office/drawing/2014/main" id="{B40ED380-F3FA-F88A-4719-014588A2E13B}"/>
              </a:ext>
            </a:extLst>
          </p:cNvPr>
          <p:cNvSpPr>
            <a:spLocks noGrp="1"/>
          </p:cNvSpPr>
          <p:nvPr>
            <p:ph type="ftr" sz="quarter" idx="15"/>
          </p:nvPr>
        </p:nvSpPr>
        <p:spPr/>
        <p:txBody>
          <a:bodyPr/>
          <a:lstStyle/>
          <a:p>
            <a:endParaRPr lang="en-US"/>
          </a:p>
        </p:txBody>
      </p:sp>
      <p:sp>
        <p:nvSpPr>
          <p:cNvPr id="6" name="Slide Number Placeholder 5">
            <a:extLst>
              <a:ext uri="{FF2B5EF4-FFF2-40B4-BE49-F238E27FC236}">
                <a16:creationId xmlns:a16="http://schemas.microsoft.com/office/drawing/2014/main" id="{A218F7C8-EA2A-EA2C-5113-86B95AACB171}"/>
              </a:ext>
            </a:extLst>
          </p:cNvPr>
          <p:cNvSpPr>
            <a:spLocks noGrp="1"/>
          </p:cNvSpPr>
          <p:nvPr>
            <p:ph type="sldNum" sz="quarter" idx="16"/>
          </p:nvPr>
        </p:nvSpPr>
        <p:spPr/>
        <p:txBody>
          <a:bodyPr/>
          <a:lstStyle/>
          <a:p>
            <a:fld id="{C1FF6DA9-008F-8B48-92A6-B652298478BF}" type="slidenum">
              <a:rPr lang="en-US" smtClean="0"/>
              <a:t>‹#›</a:t>
            </a:fld>
            <a:endParaRPr lang="en-US"/>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301751" y="3901440"/>
            <a:ext cx="7498080" cy="182880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180731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Content 3">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CB42C01-B12A-AF17-D0E9-403E14D1D1A7}"/>
              </a:ext>
            </a:extLst>
          </p:cNvPr>
          <p:cNvSpPr/>
          <p:nvPr/>
        </p:nvSpPr>
        <p:spPr>
          <a:xfrm rot="10800000" flipH="1">
            <a:off x="391802" y="773848"/>
            <a:ext cx="11800198" cy="3151902"/>
          </a:xfrm>
          <a:prstGeom prst="rect">
            <a:avLst/>
          </a:prstGeom>
          <a:gradFill>
            <a:gsLst>
              <a:gs pos="79000">
                <a:schemeClr val="bg2">
                  <a:alpha val="0"/>
                </a:schemeClr>
              </a:gs>
              <a:gs pos="100000">
                <a:schemeClr val="accent5">
                  <a:lumMod val="75000"/>
                </a:schemeClr>
              </a:gs>
            </a:gsLst>
            <a:lin ang="52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A04AA29D-41E7-06F1-DA88-95401F827C71}"/>
              </a:ext>
            </a:extLst>
          </p:cNvPr>
          <p:cNvSpPr/>
          <p:nvPr/>
        </p:nvSpPr>
        <p:spPr>
          <a:xfrm rot="10800000" flipH="1">
            <a:off x="0" y="773847"/>
            <a:ext cx="11026588" cy="1634270"/>
          </a:xfrm>
          <a:prstGeom prst="rect">
            <a:avLst/>
          </a:prstGeom>
          <a:gradFill flip="none" rotWithShape="1">
            <a:gsLst>
              <a:gs pos="575">
                <a:schemeClr val="accent2"/>
              </a:gs>
              <a:gs pos="37000">
                <a:schemeClr val="bg1">
                  <a:alpha val="0"/>
                </a:schemeClr>
              </a:gs>
            </a:gsLst>
            <a:lin ang="16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866900" y="1918144"/>
            <a:ext cx="2939186" cy="2096814"/>
          </a:xfrm>
        </p:spPr>
        <p:txBody>
          <a:bodyPr vert="horz" lIns="91440" tIns="45720" rIns="91440" bIns="45720" rtlCol="0" anchor="t">
            <a:normAutofit/>
          </a:bodyPr>
          <a:lstStyle>
            <a:lvl1pPr>
              <a:defRPr lang="en-US" dirty="0">
                <a:solidFill>
                  <a:schemeClr val="tx1"/>
                </a:solidFill>
              </a:defRPr>
            </a:lvl1pPr>
          </a:lstStyle>
          <a:p>
            <a:pPr lvl="0"/>
            <a:r>
              <a:rPr lang="en-US"/>
              <a:t>Click to edit Master title style</a:t>
            </a:r>
          </a:p>
        </p:txBody>
      </p:sp>
      <p:sp>
        <p:nvSpPr>
          <p:cNvPr id="3" name="Date Placeholder 2">
            <a:extLst>
              <a:ext uri="{FF2B5EF4-FFF2-40B4-BE49-F238E27FC236}">
                <a16:creationId xmlns:a16="http://schemas.microsoft.com/office/drawing/2014/main" id="{11C4CAAF-9048-5116-D3C8-15E595C3BC25}"/>
              </a:ext>
            </a:extLst>
          </p:cNvPr>
          <p:cNvSpPr>
            <a:spLocks noGrp="1"/>
          </p:cNvSpPr>
          <p:nvPr>
            <p:ph type="dt" sz="half" idx="14"/>
          </p:nvPr>
        </p:nvSpPr>
        <p:spPr/>
        <p:txBody>
          <a:bodyPr/>
          <a:lstStyle/>
          <a:p>
            <a:fld id="{5BCAD085-E8A6-8845-BD4E-CB4CCA059FC4}" type="datetimeFigureOut">
              <a:rPr lang="en-US" smtClean="0"/>
              <a:t>10/8/2026</a:t>
            </a:fld>
            <a:endParaRPr lang="en-US"/>
          </a:p>
        </p:txBody>
      </p:sp>
      <p:sp>
        <p:nvSpPr>
          <p:cNvPr id="7" name="Footer Placeholder 6">
            <a:extLst>
              <a:ext uri="{FF2B5EF4-FFF2-40B4-BE49-F238E27FC236}">
                <a16:creationId xmlns:a16="http://schemas.microsoft.com/office/drawing/2014/main" id="{F3B715D2-E75C-A2E6-CE7A-70CE2EFA5E82}"/>
              </a:ext>
            </a:extLst>
          </p:cNvPr>
          <p:cNvSpPr>
            <a:spLocks noGrp="1"/>
          </p:cNvSpPr>
          <p:nvPr>
            <p:ph type="ftr" sz="quarter" idx="15"/>
          </p:nvPr>
        </p:nvSpPr>
        <p:spPr>
          <a:xfrm>
            <a:off x="5334000" y="210114"/>
            <a:ext cx="2939491" cy="365760"/>
          </a:xfrm>
        </p:spPr>
        <p:txBody>
          <a:bodyPr/>
          <a:lstStyle/>
          <a:p>
            <a:endParaRPr lang="en-US"/>
          </a:p>
        </p:txBody>
      </p:sp>
      <p:sp>
        <p:nvSpPr>
          <p:cNvPr id="9" name="Slide Number Placeholder 8">
            <a:extLst>
              <a:ext uri="{FF2B5EF4-FFF2-40B4-BE49-F238E27FC236}">
                <a16:creationId xmlns:a16="http://schemas.microsoft.com/office/drawing/2014/main" id="{CBF8E49B-DD4C-66AF-8D2C-52110DB227F6}"/>
              </a:ext>
            </a:extLst>
          </p:cNvPr>
          <p:cNvSpPr>
            <a:spLocks noGrp="1"/>
          </p:cNvSpPr>
          <p:nvPr>
            <p:ph type="sldNum" sz="quarter" idx="16"/>
          </p:nvPr>
        </p:nvSpPr>
        <p:spPr/>
        <p:txBody>
          <a:bodyPr/>
          <a:lstStyle/>
          <a:p>
            <a:fld id="{C1FF6DA9-008F-8B48-92A6-B652298478BF}" type="slidenum">
              <a:rPr lang="en-US" smtClean="0"/>
              <a:t>‹#›</a:t>
            </a:fld>
            <a:endParaRPr lang="en-US"/>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5334000" y="1918145"/>
            <a:ext cx="4991100" cy="41330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337542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952500"/>
            <a:ext cx="3332784" cy="1581912"/>
          </a:xfrm>
        </p:spPr>
        <p:txBody>
          <a:bodyPr anchor="b"/>
          <a:lstStyle/>
          <a:p>
            <a:r>
              <a:rPr lang="en-US"/>
              <a:t>Click to edit Master title style</a:t>
            </a:r>
          </a:p>
        </p:txBody>
      </p:sp>
      <p:sp>
        <p:nvSpPr>
          <p:cNvPr id="3" name="Date Placeholder 2">
            <a:extLst>
              <a:ext uri="{FF2B5EF4-FFF2-40B4-BE49-F238E27FC236}">
                <a16:creationId xmlns:a16="http://schemas.microsoft.com/office/drawing/2014/main" id="{99BE2343-B677-7565-070B-CEED0B0D5463}"/>
              </a:ext>
            </a:extLst>
          </p:cNvPr>
          <p:cNvSpPr>
            <a:spLocks noGrp="1"/>
          </p:cNvSpPr>
          <p:nvPr>
            <p:ph type="dt" sz="half" idx="16"/>
          </p:nvPr>
        </p:nvSpPr>
        <p:spPr>
          <a:xfrm>
            <a:off x="301752" y="205986"/>
            <a:ext cx="1097280" cy="365760"/>
          </a:xfrm>
        </p:spPr>
        <p:txBody>
          <a:bodyPr/>
          <a:lstStyle/>
          <a:p>
            <a:fld id="{5BCAD085-E8A6-8845-BD4E-CB4CCA059FC4}" type="datetimeFigureOut">
              <a:rPr lang="en-US" smtClean="0"/>
              <a:t>10/8/2026</a:t>
            </a:fld>
            <a:endParaRPr lang="en-US"/>
          </a:p>
        </p:txBody>
      </p:sp>
      <p:sp>
        <p:nvSpPr>
          <p:cNvPr id="4" name="Footer Placeholder 3">
            <a:extLst>
              <a:ext uri="{FF2B5EF4-FFF2-40B4-BE49-F238E27FC236}">
                <a16:creationId xmlns:a16="http://schemas.microsoft.com/office/drawing/2014/main" id="{8D8C8E1E-13A9-668C-1F5C-BC271E6A05CF}"/>
              </a:ext>
            </a:extLst>
          </p:cNvPr>
          <p:cNvSpPr>
            <a:spLocks noGrp="1"/>
          </p:cNvSpPr>
          <p:nvPr>
            <p:ph type="ftr" sz="quarter" idx="17"/>
          </p:nvPr>
        </p:nvSpPr>
        <p:spPr>
          <a:xfrm>
            <a:off x="1494378" y="207291"/>
            <a:ext cx="1639372" cy="365760"/>
          </a:xfrm>
        </p:spPr>
        <p:txBody>
          <a:bodyPr/>
          <a:lstStyle/>
          <a:p>
            <a:endParaRPr lang="en-US"/>
          </a:p>
        </p:txBody>
      </p:sp>
      <p:sp>
        <p:nvSpPr>
          <p:cNvPr id="9" name="Slide Number Placeholder 8">
            <a:extLst>
              <a:ext uri="{FF2B5EF4-FFF2-40B4-BE49-F238E27FC236}">
                <a16:creationId xmlns:a16="http://schemas.microsoft.com/office/drawing/2014/main" id="{394BC881-6669-50F2-64F2-57BD81A93BCE}"/>
              </a:ext>
            </a:extLst>
          </p:cNvPr>
          <p:cNvSpPr>
            <a:spLocks noGrp="1"/>
          </p:cNvSpPr>
          <p:nvPr>
            <p:ph type="sldNum" sz="quarter" idx="18"/>
          </p:nvPr>
        </p:nvSpPr>
        <p:spPr>
          <a:xfrm>
            <a:off x="3140760" y="210114"/>
            <a:ext cx="493776" cy="365760"/>
          </a:xfrm>
        </p:spPr>
        <p:txBody>
          <a:bodyPr/>
          <a:lstStyle/>
          <a:p>
            <a:fld id="{C1FF6DA9-008F-8B48-92A6-B652298478BF}" type="slidenum">
              <a:rPr lang="en-US" smtClean="0"/>
              <a:t>‹#›</a:t>
            </a:fld>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301752" y="3099816"/>
            <a:ext cx="3332784" cy="3054096"/>
          </a:xfrm>
        </p:spPr>
        <p:txBody>
          <a:bodyPr>
            <a:norm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F93A3E8A-C3F5-3D0B-FDE4-68B52DFE7196}"/>
              </a:ext>
            </a:extLst>
          </p:cNvPr>
          <p:cNvSpPr>
            <a:spLocks noGrp="1"/>
          </p:cNvSpPr>
          <p:nvPr>
            <p:ph type="pic" sz="quarter" idx="15" hasCustomPrompt="1"/>
          </p:nvPr>
        </p:nvSpPr>
        <p:spPr>
          <a:xfrm>
            <a:off x="4152900" y="0"/>
            <a:ext cx="8039100" cy="6858000"/>
          </a:xfrm>
          <a:blipFill dpi="0" rotWithShape="1">
            <a:blip r:embed="rId2">
              <a:alphaModFix amt="60000"/>
            </a:blip>
            <a:srcRect/>
            <a:stretch>
              <a:fillRect/>
            </a:stretch>
          </a:blipFill>
        </p:spPr>
        <p:txBody>
          <a:bodyPr/>
          <a:lstStyle>
            <a:lvl1pPr>
              <a:defRPr/>
            </a:lvl1pPr>
          </a:lstStyle>
          <a:p>
            <a:r>
              <a:rPr lang="en-US" dirty="0"/>
              <a:t>   </a:t>
            </a:r>
          </a:p>
        </p:txBody>
      </p:sp>
      <p:cxnSp>
        <p:nvCxnSpPr>
          <p:cNvPr id="5" name="Straight Connector 4">
            <a:extLst>
              <a:ext uri="{FF2B5EF4-FFF2-40B4-BE49-F238E27FC236}">
                <a16:creationId xmlns:a16="http://schemas.microsoft.com/office/drawing/2014/main" id="{2A942C55-3382-C50D-76EB-793EA21DA34F}"/>
              </a:ext>
            </a:extLst>
          </p:cNvPr>
          <p:cNvCxnSpPr>
            <a:cxnSpLocks/>
          </p:cNvCxnSpPr>
          <p:nvPr/>
        </p:nvCxnSpPr>
        <p:spPr>
          <a:xfrm flipH="1">
            <a:off x="397288" y="2811277"/>
            <a:ext cx="3246138"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520429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4282051"/>
            <a:ext cx="3410958" cy="1532976"/>
          </a:xfrm>
        </p:spPr>
        <p:txBody>
          <a:bodyPr anchor="t">
            <a:normAutofit/>
          </a:bodyPr>
          <a:lstStyle>
            <a:lvl1pPr>
              <a:defRPr sz="2800"/>
            </a:lvl1pPr>
          </a:lstStyle>
          <a:p>
            <a:r>
              <a:rPr lang="en-US"/>
              <a:t>Click to edit Master title style</a:t>
            </a:r>
          </a:p>
        </p:txBody>
      </p:sp>
      <p:sp>
        <p:nvSpPr>
          <p:cNvPr id="4" name="Picture Placeholder 3">
            <a:extLst>
              <a:ext uri="{FF2B5EF4-FFF2-40B4-BE49-F238E27FC236}">
                <a16:creationId xmlns:a16="http://schemas.microsoft.com/office/drawing/2014/main" id="{1C17E7B2-E2F9-D41D-D140-E89E0C3F5B96}"/>
              </a:ext>
            </a:extLst>
          </p:cNvPr>
          <p:cNvSpPr>
            <a:spLocks noGrp="1"/>
          </p:cNvSpPr>
          <p:nvPr>
            <p:ph type="pic" sz="quarter" idx="16" hasCustomPrompt="1"/>
          </p:nvPr>
        </p:nvSpPr>
        <p:spPr>
          <a:xfrm>
            <a:off x="0" y="0"/>
            <a:ext cx="12192000" cy="3864075"/>
          </a:xfrm>
          <a:blipFill dpi="0" rotWithShape="1">
            <a:blip r:embed="rId2">
              <a:alphaModFix amt="60000"/>
            </a:blip>
            <a:srcRect/>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480560" y="4282051"/>
            <a:ext cx="7010399" cy="1532976"/>
          </a:xfrm>
        </p:spPr>
        <p:txBody>
          <a:bodyPr>
            <a:no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200"/>
            </a:lvl3pPr>
            <a:lvl4pPr marL="685800" indent="0">
              <a:buFont typeface="Arial" panose="020B0604020202020204" pitchFamily="34" charset="0"/>
              <a:buNone/>
              <a:defRPr sz="1100"/>
            </a:lvl4pPr>
            <a:lvl5pPr marL="914400" indent="0">
              <a:buFont typeface="Arial" panose="020B0604020202020204" pitchFamily="34" charse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01752" y="6263640"/>
            <a:ext cx="1759288" cy="365760"/>
          </a:xfrm>
        </p:spPr>
        <p:txBody>
          <a:bodyPr/>
          <a:lstStyle/>
          <a:p>
            <a:fld id="{5BCAD085-E8A6-8845-BD4E-CB4CCA059FC4}" type="datetimeFigureOut">
              <a:rPr lang="en-US" smtClean="0"/>
              <a:t>10/8/2026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480560" y="6263640"/>
            <a:ext cx="2509284" cy="365760"/>
          </a:xfrm>
        </p:spPr>
        <p:txBody>
          <a:bodyPr/>
          <a:lstStyle/>
          <a:p>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300323" y="6263640"/>
            <a:ext cx="605475" cy="365760"/>
          </a:xfrm>
        </p:spPr>
        <p:txBody>
          <a:bodyPr/>
          <a:lstStyle/>
          <a:p>
            <a:fld id="{C1FF6DA9-008F-8B48-92A6-B652298478BF}" type="slidenum">
              <a:rPr lang="en-US" smtClean="0"/>
              <a:t>‹#›</a:t>
            </a:fld>
            <a:endParaRPr lang="en-US"/>
          </a:p>
        </p:txBody>
      </p:sp>
      <p:cxnSp>
        <p:nvCxnSpPr>
          <p:cNvPr id="9" name="Straight Connector 8">
            <a:extLst>
              <a:ext uri="{FF2B5EF4-FFF2-40B4-BE49-F238E27FC236}">
                <a16:creationId xmlns:a16="http://schemas.microsoft.com/office/drawing/2014/main" id="{16192296-0A21-2685-A792-B2723855E5B3}"/>
              </a:ext>
            </a:extLst>
          </p:cNvPr>
          <p:cNvCxnSpPr>
            <a:cxnSpLocks/>
          </p:cNvCxnSpPr>
          <p:nvPr/>
        </p:nvCxnSpPr>
        <p:spPr>
          <a:xfrm flipH="1">
            <a:off x="394716" y="6095193"/>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617790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Content with Picture 3">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D0E9D96-CB28-0F2C-BBB9-CE51B3EEBF53}"/>
              </a:ext>
            </a:extLst>
          </p:cNvPr>
          <p:cNvSpPr/>
          <p:nvPr/>
        </p:nvSpPr>
        <p:spPr>
          <a:xfrm flipH="1">
            <a:off x="6959599" y="5749680"/>
            <a:ext cx="5232400" cy="1108320"/>
          </a:xfrm>
          <a:prstGeom prst="rect">
            <a:avLst/>
          </a:prstGeom>
          <a:gradFill>
            <a:gsLst>
              <a:gs pos="65000">
                <a:schemeClr val="accent1">
                  <a:lumMod val="50000"/>
                  <a:alpha val="0"/>
                </a:schemeClr>
              </a:gs>
              <a:gs pos="100000">
                <a:schemeClr val="accent6">
                  <a:lumMod val="75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491984" y="955810"/>
            <a:ext cx="4114800" cy="1244051"/>
          </a:xfrm>
        </p:spPr>
        <p:txBody>
          <a:bodyPr anchor="b"/>
          <a:lstStyle/>
          <a:p>
            <a:r>
              <a:rPr lang="en-US"/>
              <a:t>Click to edit Master title style</a:t>
            </a:r>
          </a:p>
        </p:txBody>
      </p:sp>
      <p:sp>
        <p:nvSpPr>
          <p:cNvPr id="12" name="Picture Placeholder 11">
            <a:extLst>
              <a:ext uri="{FF2B5EF4-FFF2-40B4-BE49-F238E27FC236}">
                <a16:creationId xmlns:a16="http://schemas.microsoft.com/office/drawing/2014/main" id="{F8A45037-DD9A-9287-B37A-49CD4CC3CAFB}"/>
              </a:ext>
            </a:extLst>
          </p:cNvPr>
          <p:cNvSpPr>
            <a:spLocks noGrp="1"/>
          </p:cNvSpPr>
          <p:nvPr>
            <p:ph type="pic" sz="quarter" idx="15" hasCustomPrompt="1"/>
          </p:nvPr>
        </p:nvSpPr>
        <p:spPr>
          <a:xfrm>
            <a:off x="0" y="1"/>
            <a:ext cx="6959600" cy="6858000"/>
          </a:xfrm>
          <a:blipFill>
            <a:blip r:embed="rId2">
              <a:alphaModFix amt="60000"/>
            </a:blip>
            <a:stretch>
              <a:fillRect/>
            </a:stretch>
          </a:blipFill>
        </p:spPr>
        <p:txBody>
          <a:bodyPr/>
          <a:lstStyle>
            <a:lvl1pPr>
              <a:defRPr/>
            </a:lvl1pPr>
          </a:lstStyle>
          <a:p>
            <a:r>
              <a:rPr lang="en-US" dirty="0"/>
              <a:t>   </a:t>
            </a:r>
          </a:p>
        </p:txBody>
      </p:sp>
      <p:sp>
        <p:nvSpPr>
          <p:cNvPr id="4" name="Date Placeholder 3">
            <a:extLst>
              <a:ext uri="{FF2B5EF4-FFF2-40B4-BE49-F238E27FC236}">
                <a16:creationId xmlns:a16="http://schemas.microsoft.com/office/drawing/2014/main" id="{1762B38A-33A6-F8AC-C9B9-FA400D29071B}"/>
              </a:ext>
            </a:extLst>
          </p:cNvPr>
          <p:cNvSpPr>
            <a:spLocks noGrp="1"/>
          </p:cNvSpPr>
          <p:nvPr>
            <p:ph type="dt" sz="half" idx="16"/>
          </p:nvPr>
        </p:nvSpPr>
        <p:spPr>
          <a:xfrm>
            <a:off x="7469431" y="210114"/>
            <a:ext cx="1485900" cy="365760"/>
          </a:xfrm>
        </p:spPr>
        <p:txBody>
          <a:bodyPr/>
          <a:lstStyle/>
          <a:p>
            <a:fld id="{5BCAD085-E8A6-8845-BD4E-CB4CCA059FC4}" type="datetimeFigureOut">
              <a:rPr lang="en-US" smtClean="0"/>
              <a:t>10/8/2026</a:t>
            </a:fld>
            <a:endParaRPr lang="en-US"/>
          </a:p>
        </p:txBody>
      </p:sp>
      <p:sp>
        <p:nvSpPr>
          <p:cNvPr id="11" name="Footer Placeholder 10">
            <a:extLst>
              <a:ext uri="{FF2B5EF4-FFF2-40B4-BE49-F238E27FC236}">
                <a16:creationId xmlns:a16="http://schemas.microsoft.com/office/drawing/2014/main" id="{6F5CC625-CD4F-F9C5-5E5D-05B78AE7CEE1}"/>
              </a:ext>
            </a:extLst>
          </p:cNvPr>
          <p:cNvSpPr>
            <a:spLocks noGrp="1"/>
          </p:cNvSpPr>
          <p:nvPr>
            <p:ph type="ftr" sz="quarter" idx="17"/>
          </p:nvPr>
        </p:nvSpPr>
        <p:spPr>
          <a:xfrm>
            <a:off x="9376096" y="210114"/>
            <a:ext cx="1860464" cy="365760"/>
          </a:xfrm>
        </p:spPr>
        <p:txBody>
          <a:bodyPr/>
          <a:lstStyle/>
          <a:p>
            <a:endParaRPr lang="en-US"/>
          </a:p>
        </p:txBody>
      </p:sp>
      <p:sp>
        <p:nvSpPr>
          <p:cNvPr id="13" name="Slide Number Placeholder 12">
            <a:extLst>
              <a:ext uri="{FF2B5EF4-FFF2-40B4-BE49-F238E27FC236}">
                <a16:creationId xmlns:a16="http://schemas.microsoft.com/office/drawing/2014/main" id="{E5B1B358-15B5-2BEF-0B1B-0BC9F05FFA1A}"/>
              </a:ext>
            </a:extLst>
          </p:cNvPr>
          <p:cNvSpPr>
            <a:spLocks noGrp="1"/>
          </p:cNvSpPr>
          <p:nvPr>
            <p:ph type="sldNum" sz="quarter" idx="18"/>
          </p:nvPr>
        </p:nvSpPr>
        <p:spPr/>
        <p:txBody>
          <a:bodyPr/>
          <a:lstStyle/>
          <a:p>
            <a:fld id="{C1FF6DA9-008F-8B48-92A6-B652298478BF}" type="slidenum">
              <a:rPr lang="en-US" smtClean="0"/>
              <a:t>‹#›</a:t>
            </a:fld>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7491984" y="2791033"/>
            <a:ext cx="4114800" cy="338328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5" name="Straight Connector 4">
            <a:extLst>
              <a:ext uri="{FF2B5EF4-FFF2-40B4-BE49-F238E27FC236}">
                <a16:creationId xmlns:a16="http://schemas.microsoft.com/office/drawing/2014/main" id="{BE9AF0A0-5001-F380-4488-B02AB3C79B31}"/>
              </a:ext>
            </a:extLst>
          </p:cNvPr>
          <p:cNvCxnSpPr>
            <a:cxnSpLocks/>
          </p:cNvCxnSpPr>
          <p:nvPr/>
        </p:nvCxnSpPr>
        <p:spPr>
          <a:xfrm flipH="1">
            <a:off x="7595441" y="2475756"/>
            <a:ext cx="4011343"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3ED0235B-B98B-7313-28E9-8E643CDFF4A6}"/>
              </a:ext>
            </a:extLst>
          </p:cNvPr>
          <p:cNvSpPr/>
          <p:nvPr/>
        </p:nvSpPr>
        <p:spPr>
          <a:xfrm flipH="1">
            <a:off x="6959599" y="5749680"/>
            <a:ext cx="5232400" cy="1108320"/>
          </a:xfrm>
          <a:prstGeom prst="rect">
            <a:avLst/>
          </a:prstGeom>
          <a:gradFill>
            <a:gsLst>
              <a:gs pos="65000">
                <a:schemeClr val="accent1">
                  <a:lumMod val="50000"/>
                  <a:alpha val="0"/>
                </a:schemeClr>
              </a:gs>
              <a:gs pos="100000">
                <a:schemeClr val="accent6">
                  <a:lumMod val="75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422738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1017686"/>
            <a:ext cx="3410958" cy="1532976"/>
          </a:xfrm>
        </p:spPr>
        <p:txBody>
          <a:bodyPr anchor="t">
            <a:normAutofit/>
          </a:bodyPr>
          <a:lstStyle>
            <a:lvl1pPr>
              <a:defRPr sz="2800"/>
            </a:lvl1pPr>
          </a:lstStyle>
          <a:p>
            <a:r>
              <a:rPr lang="en-US"/>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5BCAD085-E8A6-8845-BD4E-CB4CCA059FC4}" type="datetimeFigureOut">
              <a:rPr lang="en-US" smtClean="0"/>
              <a:t>10/8/2026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480560" y="210114"/>
            <a:ext cx="2509284" cy="365760"/>
          </a:xfrm>
        </p:spPr>
        <p:txBody>
          <a:bodyPr/>
          <a:lstStyle/>
          <a:p>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1FF6DA9-008F-8B48-92A6-B652298478BF}" type="slidenum">
              <a:rPr lang="en-US" smtClean="0"/>
              <a:t>‹#›</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480560" y="1017686"/>
            <a:ext cx="7010399" cy="2377440"/>
          </a:xfrm>
        </p:spPr>
        <p:txBody>
          <a:bodyPr>
            <a:no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200"/>
            </a:lvl3pPr>
            <a:lvl4pPr marL="685800" indent="0">
              <a:buFont typeface="Arial" panose="020B0604020202020204" pitchFamily="34" charset="0"/>
              <a:buNone/>
              <a:defRPr sz="1100"/>
            </a:lvl4pPr>
            <a:lvl5pPr marL="914400" indent="0">
              <a:buFont typeface="Arial" panose="020B0604020202020204" pitchFamily="34" charse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1C17E7B2-E2F9-D41D-D140-E89E0C3F5B96}"/>
              </a:ext>
            </a:extLst>
          </p:cNvPr>
          <p:cNvSpPr>
            <a:spLocks noGrp="1"/>
          </p:cNvSpPr>
          <p:nvPr>
            <p:ph type="pic" sz="quarter" idx="16" hasCustomPrompt="1"/>
          </p:nvPr>
        </p:nvSpPr>
        <p:spPr>
          <a:xfrm>
            <a:off x="0" y="3837709"/>
            <a:ext cx="12192000" cy="3020291"/>
          </a:xfrm>
          <a:blipFill dpi="0" rotWithShape="1">
            <a:blip r:embed="rId2">
              <a:alphaModFix amt="60000"/>
            </a:blip>
            <a:srcRect/>
            <a:stretch>
              <a:fillRect t="-27937"/>
            </a:stretch>
          </a:blipFill>
        </p:spPr>
        <p:txBody>
          <a:bodyPr/>
          <a:lstStyle>
            <a:lvl1pPr>
              <a:defRPr/>
            </a:lvl1pPr>
          </a:lstStyle>
          <a:p>
            <a:r>
              <a:rPr lang="en-US" dirty="0"/>
              <a:t>   </a:t>
            </a:r>
          </a:p>
        </p:txBody>
      </p:sp>
    </p:spTree>
    <p:extLst>
      <p:ext uri="{BB962C8B-B14F-4D97-AF65-F5344CB8AC3E}">
        <p14:creationId xmlns:p14="http://schemas.microsoft.com/office/powerpoint/2010/main" val="305963761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1371600"/>
            <a:ext cx="3474720" cy="2286000"/>
          </a:xfrm>
        </p:spPr>
        <p:txBody>
          <a:bodyPr anchor="t"/>
          <a:lstStyle/>
          <a:p>
            <a:r>
              <a:rPr lang="en-US"/>
              <a:t>Click to edit Master title style</a:t>
            </a:r>
          </a:p>
        </p:txBody>
      </p:sp>
      <p:sp>
        <p:nvSpPr>
          <p:cNvPr id="3" name="Date Placeholder 2">
            <a:extLst>
              <a:ext uri="{FF2B5EF4-FFF2-40B4-BE49-F238E27FC236}">
                <a16:creationId xmlns:a16="http://schemas.microsoft.com/office/drawing/2014/main" id="{FB8772B0-B493-B608-E389-35329DEF2016}"/>
              </a:ext>
            </a:extLst>
          </p:cNvPr>
          <p:cNvSpPr>
            <a:spLocks noGrp="1"/>
          </p:cNvSpPr>
          <p:nvPr>
            <p:ph type="dt" sz="half" idx="16"/>
          </p:nvPr>
        </p:nvSpPr>
        <p:spPr/>
        <p:txBody>
          <a:bodyPr/>
          <a:lstStyle/>
          <a:p>
            <a:fld id="{5BCAD085-E8A6-8845-BD4E-CB4CCA059FC4}" type="datetimeFigureOut">
              <a:rPr lang="en-US" smtClean="0"/>
              <a:t>10/8/2026</a:t>
            </a:fld>
            <a:endParaRPr lang="en-US"/>
          </a:p>
        </p:txBody>
      </p:sp>
      <p:sp>
        <p:nvSpPr>
          <p:cNvPr id="12" name="Footer Placeholder 11">
            <a:extLst>
              <a:ext uri="{FF2B5EF4-FFF2-40B4-BE49-F238E27FC236}">
                <a16:creationId xmlns:a16="http://schemas.microsoft.com/office/drawing/2014/main" id="{0BFB2EA8-AADE-E8CD-890F-EA9F9968B253}"/>
              </a:ext>
            </a:extLst>
          </p:cNvPr>
          <p:cNvSpPr>
            <a:spLocks noGrp="1"/>
          </p:cNvSpPr>
          <p:nvPr>
            <p:ph type="ftr" sz="quarter" idx="17"/>
          </p:nvPr>
        </p:nvSpPr>
        <p:spPr>
          <a:xfrm>
            <a:off x="4457700" y="210114"/>
            <a:ext cx="2859307" cy="365760"/>
          </a:xfrm>
        </p:spPr>
        <p:txBody>
          <a:bodyPr/>
          <a:lstStyle/>
          <a:p>
            <a:endParaRPr lang="en-US"/>
          </a:p>
        </p:txBody>
      </p:sp>
      <p:sp>
        <p:nvSpPr>
          <p:cNvPr id="13" name="Slide Number Placeholder 12">
            <a:extLst>
              <a:ext uri="{FF2B5EF4-FFF2-40B4-BE49-F238E27FC236}">
                <a16:creationId xmlns:a16="http://schemas.microsoft.com/office/drawing/2014/main" id="{D854D38F-A697-A216-CCCB-0C1A9DCBD2FC}"/>
              </a:ext>
            </a:extLst>
          </p:cNvPr>
          <p:cNvSpPr>
            <a:spLocks noGrp="1"/>
          </p:cNvSpPr>
          <p:nvPr>
            <p:ph type="sldNum" sz="quarter" idx="18"/>
          </p:nvPr>
        </p:nvSpPr>
        <p:spPr>
          <a:xfrm>
            <a:off x="7611572" y="210114"/>
            <a:ext cx="605475" cy="365760"/>
          </a:xfrm>
        </p:spPr>
        <p:txBody>
          <a:bodyPr/>
          <a:lstStyle/>
          <a:p>
            <a:fld id="{C1FF6DA9-008F-8B48-92A6-B652298478BF}" type="slidenum">
              <a:rPr lang="en-US" smtClean="0"/>
              <a:t>‹#›</a:t>
            </a:fld>
            <a:endParaRPr lang="en-US"/>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4457700" y="1371600"/>
            <a:ext cx="3368778" cy="4701943"/>
          </a:xfrm>
        </p:spPr>
        <p:txBody>
          <a:bodyPr rIns="4572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15A7BF66-FFF1-E318-9AFE-331E011D59C1}"/>
              </a:ext>
            </a:extLst>
          </p:cNvPr>
          <p:cNvSpPr>
            <a:spLocks noGrp="1"/>
          </p:cNvSpPr>
          <p:nvPr>
            <p:ph type="pic" sz="quarter" idx="15" hasCustomPrompt="1"/>
          </p:nvPr>
        </p:nvSpPr>
        <p:spPr>
          <a:xfrm>
            <a:off x="8731045" y="0"/>
            <a:ext cx="3460955" cy="6866879"/>
          </a:xfrm>
          <a:blipFill>
            <a:blip r:embed="rId2">
              <a:alphaModFix amt="60000"/>
            </a:blip>
            <a:stretch>
              <a:fillRect/>
            </a:stretch>
          </a:blipFill>
        </p:spPr>
        <p:txBody>
          <a:bodyPr/>
          <a:lstStyle>
            <a:lvl1pPr>
              <a:defRPr/>
            </a:lvl1pPr>
          </a:lstStyle>
          <a:p>
            <a:r>
              <a:rPr lang="en-US" dirty="0"/>
              <a:t>   </a:t>
            </a:r>
          </a:p>
        </p:txBody>
      </p:sp>
      <p:sp>
        <p:nvSpPr>
          <p:cNvPr id="5" name="Rectangle 4">
            <a:extLst>
              <a:ext uri="{FF2B5EF4-FFF2-40B4-BE49-F238E27FC236}">
                <a16:creationId xmlns:a16="http://schemas.microsoft.com/office/drawing/2014/main" id="{6D750207-6F0E-41F2-98B5-15BCAB2BF9AD}"/>
              </a:ext>
            </a:extLst>
          </p:cNvPr>
          <p:cNvSpPr/>
          <p:nvPr/>
        </p:nvSpPr>
        <p:spPr>
          <a:xfrm flipH="1">
            <a:off x="0" y="4771072"/>
            <a:ext cx="4874661" cy="2095805"/>
          </a:xfrm>
          <a:prstGeom prst="rect">
            <a:avLst/>
          </a:prstGeom>
          <a:gradFill>
            <a:gsLst>
              <a:gs pos="67000">
                <a:schemeClr val="bg2">
                  <a:alpha val="0"/>
                </a:schemeClr>
              </a:gs>
              <a:gs pos="95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E21E79A5-CC18-0B38-C9F4-CA5690475280}"/>
              </a:ext>
            </a:extLst>
          </p:cNvPr>
          <p:cNvSpPr/>
          <p:nvPr/>
        </p:nvSpPr>
        <p:spPr>
          <a:xfrm flipH="1">
            <a:off x="-2" y="3852909"/>
            <a:ext cx="2823100" cy="3022846"/>
          </a:xfrm>
          <a:prstGeom prst="rect">
            <a:avLst/>
          </a:prstGeom>
          <a:gradFill flip="none" rotWithShape="1">
            <a:gsLst>
              <a:gs pos="0">
                <a:schemeClr val="tx2">
                  <a:alpha val="50000"/>
                </a:schemeClr>
              </a:gs>
              <a:gs pos="17000">
                <a:schemeClr val="accent6">
                  <a:lumMod val="60000"/>
                  <a:lumOff val="40000"/>
                  <a:alpha val="52000"/>
                </a:schemeClr>
              </a:gs>
              <a:gs pos="58000">
                <a:schemeClr val="bg1">
                  <a:alpha val="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7" name="Straight Connector 6">
            <a:extLst>
              <a:ext uri="{FF2B5EF4-FFF2-40B4-BE49-F238E27FC236}">
                <a16:creationId xmlns:a16="http://schemas.microsoft.com/office/drawing/2014/main" id="{B80496BC-B679-515B-9928-2CC91AD7A8A2}"/>
              </a:ext>
            </a:extLst>
          </p:cNvPr>
          <p:cNvCxnSpPr>
            <a:cxnSpLocks/>
          </p:cNvCxnSpPr>
          <p:nvPr/>
        </p:nvCxnSpPr>
        <p:spPr>
          <a:xfrm flipH="1">
            <a:off x="397002" y="751313"/>
            <a:ext cx="7726680"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220811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952499"/>
            <a:ext cx="6751127" cy="1250871"/>
          </a:xfrm>
        </p:spPr>
        <p:txBody>
          <a:bodyPr anchor="b"/>
          <a:lstStyle/>
          <a:p>
            <a:r>
              <a:rPr lang="en-US"/>
              <a:t>Click to edit Master title style</a:t>
            </a:r>
          </a:p>
        </p:txBody>
      </p:sp>
      <p:sp>
        <p:nvSpPr>
          <p:cNvPr id="3" name="Date Placeholder 2">
            <a:extLst>
              <a:ext uri="{FF2B5EF4-FFF2-40B4-BE49-F238E27FC236}">
                <a16:creationId xmlns:a16="http://schemas.microsoft.com/office/drawing/2014/main" id="{3907AE70-2FE3-1872-0811-BC089F612855}"/>
              </a:ext>
            </a:extLst>
          </p:cNvPr>
          <p:cNvSpPr>
            <a:spLocks noGrp="1"/>
          </p:cNvSpPr>
          <p:nvPr>
            <p:ph type="dt" sz="half" idx="16"/>
          </p:nvPr>
        </p:nvSpPr>
        <p:spPr>
          <a:xfrm>
            <a:off x="301752" y="203862"/>
            <a:ext cx="2286000" cy="365760"/>
          </a:xfrm>
        </p:spPr>
        <p:txBody>
          <a:bodyPr/>
          <a:lstStyle/>
          <a:p>
            <a:fld id="{5BCAD085-E8A6-8845-BD4E-CB4CCA059FC4}" type="datetimeFigureOut">
              <a:rPr lang="en-US" smtClean="0"/>
              <a:t>10/8/2026</a:t>
            </a:fld>
            <a:endParaRPr lang="en-US"/>
          </a:p>
        </p:txBody>
      </p:sp>
      <p:sp>
        <p:nvSpPr>
          <p:cNvPr id="4" name="Footer Placeholder 3">
            <a:extLst>
              <a:ext uri="{FF2B5EF4-FFF2-40B4-BE49-F238E27FC236}">
                <a16:creationId xmlns:a16="http://schemas.microsoft.com/office/drawing/2014/main" id="{37497486-A221-C6D1-050D-0B3DB326465B}"/>
              </a:ext>
            </a:extLst>
          </p:cNvPr>
          <p:cNvSpPr>
            <a:spLocks noGrp="1"/>
          </p:cNvSpPr>
          <p:nvPr>
            <p:ph type="ftr" sz="quarter" idx="17"/>
          </p:nvPr>
        </p:nvSpPr>
        <p:spPr>
          <a:xfrm>
            <a:off x="2590800" y="203862"/>
            <a:ext cx="2775003" cy="365760"/>
          </a:xfrm>
        </p:spPr>
        <p:txBody>
          <a:bodyPr/>
          <a:lstStyle/>
          <a:p>
            <a:endParaRPr lang="en-US"/>
          </a:p>
        </p:txBody>
      </p:sp>
      <p:sp>
        <p:nvSpPr>
          <p:cNvPr id="9" name="Slide Number Placeholder 8">
            <a:extLst>
              <a:ext uri="{FF2B5EF4-FFF2-40B4-BE49-F238E27FC236}">
                <a16:creationId xmlns:a16="http://schemas.microsoft.com/office/drawing/2014/main" id="{193EE6EB-FF56-B8A3-1408-5C43C49B256E}"/>
              </a:ext>
            </a:extLst>
          </p:cNvPr>
          <p:cNvSpPr>
            <a:spLocks noGrp="1"/>
          </p:cNvSpPr>
          <p:nvPr>
            <p:ph type="sldNum" sz="quarter" idx="18"/>
          </p:nvPr>
        </p:nvSpPr>
        <p:spPr>
          <a:xfrm>
            <a:off x="6247336" y="203862"/>
            <a:ext cx="864794" cy="365760"/>
          </a:xfrm>
        </p:spPr>
        <p:txBody>
          <a:bodyPr/>
          <a:lstStyle/>
          <a:p>
            <a:fld id="{C1FF6DA9-008F-8B48-92A6-B652298478BF}" type="slidenum">
              <a:rPr lang="en-US" smtClean="0"/>
              <a:t>‹#›</a:t>
            </a:fld>
            <a:endParaRPr lang="en-US"/>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301752" y="2410518"/>
            <a:ext cx="6755514" cy="380740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EE2866F3-0262-FC88-23E2-359D75EA8A79}"/>
              </a:ext>
            </a:extLst>
          </p:cNvPr>
          <p:cNvSpPr>
            <a:spLocks noGrp="1"/>
          </p:cNvSpPr>
          <p:nvPr>
            <p:ph type="pic" sz="quarter" idx="15" hasCustomPrompt="1"/>
          </p:nvPr>
        </p:nvSpPr>
        <p:spPr>
          <a:xfrm>
            <a:off x="7620000" y="0"/>
            <a:ext cx="4572000" cy="6858000"/>
          </a:xfrm>
          <a:blipFill>
            <a:blip r:embed="rId2">
              <a:alphaModFix amt="60000"/>
            </a:blip>
            <a:stretch>
              <a:fillRect/>
            </a:stretch>
          </a:blipFill>
        </p:spPr>
        <p:txBody>
          <a:bodyPr/>
          <a:lstStyle>
            <a:lvl1pPr>
              <a:defRPr/>
            </a:lvl1pPr>
          </a:lstStyle>
          <a:p>
            <a:r>
              <a:rPr lang="en-US" dirty="0"/>
              <a:t>    </a:t>
            </a:r>
          </a:p>
        </p:txBody>
      </p:sp>
      <p:sp>
        <p:nvSpPr>
          <p:cNvPr id="6" name="Rectangle 5">
            <a:extLst>
              <a:ext uri="{FF2B5EF4-FFF2-40B4-BE49-F238E27FC236}">
                <a16:creationId xmlns:a16="http://schemas.microsoft.com/office/drawing/2014/main" id="{EC640749-9485-B575-4B2A-075EAA112D08}"/>
              </a:ext>
            </a:extLst>
          </p:cNvPr>
          <p:cNvSpPr/>
          <p:nvPr/>
        </p:nvSpPr>
        <p:spPr>
          <a:xfrm flipH="1">
            <a:off x="0" y="3706098"/>
            <a:ext cx="7620000" cy="3151902"/>
          </a:xfrm>
          <a:prstGeom prst="rect">
            <a:avLst/>
          </a:prstGeom>
          <a:gradFill>
            <a:gsLst>
              <a:gs pos="79000">
                <a:schemeClr val="bg2">
                  <a:alpha val="0"/>
                </a:schemeClr>
              </a:gs>
              <a:gs pos="100000">
                <a:schemeClr val="accent6">
                  <a:alpha val="66000"/>
                </a:schemeClr>
              </a:gs>
            </a:gsLst>
            <a:lin ang="52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A5E19E54-3987-D72A-629F-B4FB61FCC4E9}"/>
              </a:ext>
            </a:extLst>
          </p:cNvPr>
          <p:cNvSpPr/>
          <p:nvPr/>
        </p:nvSpPr>
        <p:spPr>
          <a:xfrm flipH="1">
            <a:off x="0" y="5597112"/>
            <a:ext cx="7620000" cy="1260888"/>
          </a:xfrm>
          <a:prstGeom prst="rect">
            <a:avLst/>
          </a:prstGeom>
          <a:gradFill flip="none" rotWithShape="1">
            <a:gsLst>
              <a:gs pos="21830">
                <a:schemeClr val="accent1">
                  <a:alpha val="29000"/>
                </a:schemeClr>
              </a:gs>
              <a:gs pos="0">
                <a:schemeClr val="accent5">
                  <a:lumMod val="60000"/>
                  <a:lumOff val="40000"/>
                  <a:alpha val="84000"/>
                </a:schemeClr>
              </a:gs>
              <a:gs pos="57000">
                <a:schemeClr val="bg1">
                  <a:alpha val="0"/>
                </a:schemeClr>
              </a:gs>
            </a:gsLst>
            <a:lin ang="16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1" name="Straight Connector 10">
            <a:extLst>
              <a:ext uri="{FF2B5EF4-FFF2-40B4-BE49-F238E27FC236}">
                <a16:creationId xmlns:a16="http://schemas.microsoft.com/office/drawing/2014/main" id="{D34DF899-11E5-3A31-4C5A-75E63BA26BC6}"/>
              </a:ext>
            </a:extLst>
          </p:cNvPr>
          <p:cNvCxnSpPr>
            <a:cxnSpLocks/>
          </p:cNvCxnSpPr>
          <p:nvPr/>
        </p:nvCxnSpPr>
        <p:spPr>
          <a:xfrm flipH="1">
            <a:off x="397002" y="751313"/>
            <a:ext cx="6620256"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0176692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2834639"/>
            <a:ext cx="3014382" cy="2926080"/>
          </a:xfrm>
        </p:spPr>
        <p:txBody>
          <a:bodyPr anchor="t">
            <a:normAutofit/>
          </a:bodyPr>
          <a:lstStyle>
            <a:lvl1pPr>
              <a:defRPr sz="2800"/>
            </a:lvl1pPr>
          </a:lstStyle>
          <a:p>
            <a:r>
              <a:rPr lang="en-US"/>
              <a:t>Click to edit Master title style</a:t>
            </a:r>
          </a:p>
        </p:txBody>
      </p:sp>
      <p:sp>
        <p:nvSpPr>
          <p:cNvPr id="4" name="Picture Placeholder 3">
            <a:extLst>
              <a:ext uri="{FF2B5EF4-FFF2-40B4-BE49-F238E27FC236}">
                <a16:creationId xmlns:a16="http://schemas.microsoft.com/office/drawing/2014/main" id="{3DA51E54-3166-19CA-EB55-5DFFB9426CAD}"/>
              </a:ext>
            </a:extLst>
          </p:cNvPr>
          <p:cNvSpPr>
            <a:spLocks noGrp="1"/>
          </p:cNvSpPr>
          <p:nvPr>
            <p:ph type="pic" sz="quarter" idx="19" hasCustomPrompt="1"/>
          </p:nvPr>
        </p:nvSpPr>
        <p:spPr>
          <a:xfrm>
            <a:off x="-17796" y="0"/>
            <a:ext cx="12209796" cy="2420098"/>
          </a:xfrm>
          <a:blipFill dpi="0" rotWithShape="1">
            <a:blip r:embed="rId2">
              <a:alphaModFix amt="60000"/>
            </a:blip>
            <a:srcRect/>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480560" y="2834640"/>
            <a:ext cx="7200900" cy="2926080"/>
          </a:xfrm>
        </p:spPr>
        <p:txBody>
          <a:bodyPr>
            <a:noAutofit/>
          </a:bodyPr>
          <a:lstStyle>
            <a:lvl1pPr marL="285750" indent="-285750">
              <a:buFont typeface="Arial" panose="020B0604020202020204" pitchFamily="34" charset="0"/>
              <a:buNone/>
              <a:defRPr sz="1800"/>
            </a:lvl1pPr>
            <a:lvl2pPr marL="514350" indent="-285750">
              <a:buFont typeface="Arial" panose="020B0604020202020204" pitchFamily="34" charset="0"/>
              <a:buNone/>
              <a:defRPr sz="1600"/>
            </a:lvl2pPr>
            <a:lvl3pPr marL="742950" indent="-285750">
              <a:buFont typeface="Arial" panose="020B0604020202020204" pitchFamily="34" charset="0"/>
              <a:buNone/>
              <a:defRPr sz="1400"/>
            </a:lvl3pPr>
            <a:lvl4pPr marL="857250" indent="-171450">
              <a:buFont typeface="Arial" panose="020B0604020202020204" pitchFamily="34" charset="0"/>
              <a:buNone/>
              <a:defRPr sz="1200"/>
            </a:lvl4pPr>
            <a:lvl5pPr marL="1085850" indent="-171450">
              <a:buFont typeface="Arial" panose="020B0604020202020204" pitchFamily="34" charset="0"/>
              <a:buNone/>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Date Placeholder 12">
            <a:extLst>
              <a:ext uri="{FF2B5EF4-FFF2-40B4-BE49-F238E27FC236}">
                <a16:creationId xmlns:a16="http://schemas.microsoft.com/office/drawing/2014/main" id="{9AA293A1-7F80-90D9-D8FF-27238ADD7956}"/>
              </a:ext>
            </a:extLst>
          </p:cNvPr>
          <p:cNvSpPr>
            <a:spLocks noGrp="1"/>
          </p:cNvSpPr>
          <p:nvPr>
            <p:ph type="dt" sz="half" idx="16"/>
          </p:nvPr>
        </p:nvSpPr>
        <p:spPr>
          <a:xfrm>
            <a:off x="301752" y="6274033"/>
            <a:ext cx="3014382" cy="365760"/>
          </a:xfrm>
        </p:spPr>
        <p:txBody>
          <a:bodyPr/>
          <a:lstStyle/>
          <a:p>
            <a:fld id="{5BCAD085-E8A6-8845-BD4E-CB4CCA059FC4}" type="datetimeFigureOut">
              <a:rPr lang="en-US" smtClean="0"/>
              <a:t>10/8/2026</a:t>
            </a:fld>
            <a:endParaRPr lang="en-US"/>
          </a:p>
        </p:txBody>
      </p:sp>
      <p:sp>
        <p:nvSpPr>
          <p:cNvPr id="14" name="Footer Placeholder 13">
            <a:extLst>
              <a:ext uri="{FF2B5EF4-FFF2-40B4-BE49-F238E27FC236}">
                <a16:creationId xmlns:a16="http://schemas.microsoft.com/office/drawing/2014/main" id="{3BD91724-58CE-FA68-1E24-9CD57621C129}"/>
              </a:ext>
            </a:extLst>
          </p:cNvPr>
          <p:cNvSpPr>
            <a:spLocks noGrp="1"/>
          </p:cNvSpPr>
          <p:nvPr>
            <p:ph type="ftr" sz="quarter" idx="17"/>
          </p:nvPr>
        </p:nvSpPr>
        <p:spPr>
          <a:xfrm>
            <a:off x="4480560" y="6274033"/>
            <a:ext cx="3162300" cy="365760"/>
          </a:xfrm>
        </p:spPr>
        <p:txBody>
          <a:bodyPr/>
          <a:lstStyle/>
          <a:p>
            <a:endParaRPr lang="en-US"/>
          </a:p>
        </p:txBody>
      </p:sp>
      <p:sp>
        <p:nvSpPr>
          <p:cNvPr id="15" name="Slide Number Placeholder 14">
            <a:extLst>
              <a:ext uri="{FF2B5EF4-FFF2-40B4-BE49-F238E27FC236}">
                <a16:creationId xmlns:a16="http://schemas.microsoft.com/office/drawing/2014/main" id="{3B9AC797-2D9B-C7AC-550D-157FEDA3800D}"/>
              </a:ext>
            </a:extLst>
          </p:cNvPr>
          <p:cNvSpPr>
            <a:spLocks noGrp="1"/>
          </p:cNvSpPr>
          <p:nvPr>
            <p:ph type="sldNum" sz="quarter" idx="18"/>
          </p:nvPr>
        </p:nvSpPr>
        <p:spPr>
          <a:xfrm>
            <a:off x="11292840" y="6274033"/>
            <a:ext cx="568917" cy="365760"/>
          </a:xfrm>
        </p:spPr>
        <p:txBody>
          <a:bodyPr/>
          <a:lstStyle/>
          <a:p>
            <a:fld id="{C1FF6DA9-008F-8B48-92A6-B652298478BF}" type="slidenum">
              <a:rPr lang="en-US" smtClean="0"/>
              <a:t>‹#›</a:t>
            </a:fld>
            <a:endParaRPr lang="en-US"/>
          </a:p>
        </p:txBody>
      </p:sp>
      <p:cxnSp>
        <p:nvCxnSpPr>
          <p:cNvPr id="3" name="Straight Connector 2">
            <a:extLst>
              <a:ext uri="{FF2B5EF4-FFF2-40B4-BE49-F238E27FC236}">
                <a16:creationId xmlns:a16="http://schemas.microsoft.com/office/drawing/2014/main" id="{ABDDCA5B-BBAB-ABCD-27B8-D3CD17FD04BC}"/>
              </a:ext>
            </a:extLst>
          </p:cNvPr>
          <p:cNvCxnSpPr>
            <a:cxnSpLocks/>
          </p:cNvCxnSpPr>
          <p:nvPr/>
        </p:nvCxnSpPr>
        <p:spPr>
          <a:xfrm flipH="1">
            <a:off x="394716" y="6095193"/>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3108929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1010934"/>
            <a:ext cx="3507418" cy="1398494"/>
          </a:xfrm>
        </p:spPr>
        <p:txBody>
          <a:bodyPr anchor="t">
            <a:normAutofit/>
          </a:bodyPr>
          <a:lstStyle>
            <a:lvl1pPr>
              <a:defRPr sz="28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5BCAD085-E8A6-8845-BD4E-CB4CCA059FC4}" type="datetimeFigureOut">
              <a:rPr lang="en-US" smtClean="0"/>
              <a:t>10/8/2026</a:t>
            </a:fld>
            <a:endParaRPr lang="en-US"/>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a:xfrm>
            <a:off x="4932680" y="210114"/>
            <a:ext cx="2509284" cy="365760"/>
          </a:xfrm>
        </p:spPr>
        <p:txBody>
          <a:bodyPr/>
          <a:lstStyle/>
          <a:p>
            <a:endParaRPr lang="en-US"/>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C1FF6DA9-008F-8B48-92A6-B652298478BF}" type="slidenum">
              <a:rPr lang="en-US" smtClean="0"/>
              <a:t>‹#›</a:t>
            </a:fld>
            <a:endParaRPr lang="en-US"/>
          </a:p>
        </p:txBody>
      </p:sp>
      <p:sp>
        <p:nvSpPr>
          <p:cNvPr id="11" name="Picture Placeholder 10">
            <a:extLst>
              <a:ext uri="{FF2B5EF4-FFF2-40B4-BE49-F238E27FC236}">
                <a16:creationId xmlns:a16="http://schemas.microsoft.com/office/drawing/2014/main" id="{5F24C464-705C-DC78-DD20-9EFEB717ED27}"/>
              </a:ext>
            </a:extLst>
          </p:cNvPr>
          <p:cNvSpPr>
            <a:spLocks noGrp="1"/>
          </p:cNvSpPr>
          <p:nvPr>
            <p:ph type="pic" sz="quarter" idx="17" hasCustomPrompt="1"/>
          </p:nvPr>
        </p:nvSpPr>
        <p:spPr>
          <a:xfrm>
            <a:off x="451351" y="2680447"/>
            <a:ext cx="3357819" cy="3662083"/>
          </a:xfrm>
          <a:blipFill>
            <a:blip r:embed="rId2">
              <a:alphaModFix amt="60000"/>
            </a:blip>
            <a:stretch>
              <a:fillRect/>
            </a:stretch>
          </a:blipFill>
        </p:spPr>
        <p:txBody>
          <a:bodyPr/>
          <a:lstStyle>
            <a:lvl1pPr>
              <a:defRPr/>
            </a:lvl1pPr>
          </a:lstStyle>
          <a:p>
            <a:r>
              <a:rPr lang="en-US" dirty="0"/>
              <a:t>   </a:t>
            </a:r>
          </a:p>
        </p:txBody>
      </p:sp>
      <p:sp>
        <p:nvSpPr>
          <p:cNvPr id="10" name="Rectangle 9">
            <a:extLst>
              <a:ext uri="{FF2B5EF4-FFF2-40B4-BE49-F238E27FC236}">
                <a16:creationId xmlns:a16="http://schemas.microsoft.com/office/drawing/2014/main" id="{4606EA5C-4A14-95D3-20DF-1EEB607C889B}"/>
              </a:ext>
            </a:extLst>
          </p:cNvPr>
          <p:cNvSpPr/>
          <p:nvPr/>
        </p:nvSpPr>
        <p:spPr>
          <a:xfrm flipH="1">
            <a:off x="2171702" y="5847066"/>
            <a:ext cx="10020298" cy="1010934"/>
          </a:xfrm>
          <a:prstGeom prst="rect">
            <a:avLst/>
          </a:prstGeom>
          <a:gradFill>
            <a:gsLst>
              <a:gs pos="52000">
                <a:schemeClr val="bg2">
                  <a:alpha val="0"/>
                </a:schemeClr>
              </a:gs>
              <a:gs pos="76000">
                <a:schemeClr val="accent1">
                  <a:lumMod val="50000"/>
                  <a:alpha val="39000"/>
                </a:schemeClr>
              </a:gs>
              <a:gs pos="100000">
                <a:schemeClr val="accent5">
                  <a:alpha val="68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D05652D2-BF56-96CE-426B-26972C38434D}"/>
              </a:ext>
            </a:extLst>
          </p:cNvPr>
          <p:cNvSpPr/>
          <p:nvPr/>
        </p:nvSpPr>
        <p:spPr>
          <a:xfrm rot="16200000" flipH="1">
            <a:off x="7767364" y="2433362"/>
            <a:ext cx="4944033" cy="3905239"/>
          </a:xfrm>
          <a:prstGeom prst="rect">
            <a:avLst/>
          </a:prstGeom>
          <a:gradFill flip="none" rotWithShape="1">
            <a:gsLst>
              <a:gs pos="0">
                <a:schemeClr val="accent3">
                  <a:lumMod val="60000"/>
                  <a:lumOff val="40000"/>
                  <a:alpha val="40000"/>
                </a:schemeClr>
              </a:gs>
              <a:gs pos="32000">
                <a:schemeClr val="bg1">
                  <a:alpha val="0"/>
                </a:schemeClr>
              </a:gs>
            </a:gsLst>
            <a:lin ang="14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2" name="Straight Connector 11">
            <a:extLst>
              <a:ext uri="{FF2B5EF4-FFF2-40B4-BE49-F238E27FC236}">
                <a16:creationId xmlns:a16="http://schemas.microsoft.com/office/drawing/2014/main" id="{2CA30D42-B5FE-EAD1-8419-4AD002C32B1F}"/>
              </a:ext>
            </a:extLst>
          </p:cNvPr>
          <p:cNvCxnSpPr>
            <a:cxnSpLocks/>
          </p:cNvCxnSpPr>
          <p:nvPr/>
        </p:nvCxnSpPr>
        <p:spPr>
          <a:xfrm>
            <a:off x="4426824" y="1075765"/>
            <a:ext cx="0" cy="4944035"/>
          </a:xfrm>
          <a:prstGeom prst="line">
            <a:avLst/>
          </a:prstGeom>
          <a:ln w="6350">
            <a:solidFill>
              <a:schemeClr val="bg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932679" y="1010932"/>
            <a:ext cx="6492240" cy="521208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4018047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1019811"/>
            <a:ext cx="3419380" cy="1856553"/>
          </a:xfrm>
        </p:spPr>
        <p:txBody>
          <a:bodyPr anchor="t">
            <a:normAutofit/>
          </a:bodyPr>
          <a:lstStyle>
            <a:lvl1pPr>
              <a:defRPr sz="2800">
                <a:solidFill>
                  <a:schemeClr val="tx1"/>
                </a:solidFill>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5BCAD085-E8A6-8845-BD4E-CB4CCA059FC4}" type="datetimeFigureOut">
              <a:rPr lang="en-US" smtClean="0"/>
              <a:t>10/8/2026</a:t>
            </a:fld>
            <a:endParaRPr lang="en-US"/>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a:xfrm>
            <a:off x="4478969" y="210114"/>
            <a:ext cx="2509284" cy="365760"/>
          </a:xfrm>
        </p:spPr>
        <p:txBody>
          <a:bodyPr/>
          <a:lstStyle/>
          <a:p>
            <a:endParaRPr lang="en-US"/>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C1FF6DA9-008F-8B48-92A6-B652298478BF}" type="slidenum">
              <a:rPr lang="en-US" smtClean="0"/>
              <a:t>‹#›</a:t>
            </a:fld>
            <a:endParaRPr lang="en-US"/>
          </a:p>
        </p:txBody>
      </p:sp>
      <p:sp>
        <p:nvSpPr>
          <p:cNvPr id="11" name="Picture Placeholder 10">
            <a:extLst>
              <a:ext uri="{FF2B5EF4-FFF2-40B4-BE49-F238E27FC236}">
                <a16:creationId xmlns:a16="http://schemas.microsoft.com/office/drawing/2014/main" id="{5F24C464-705C-DC78-DD20-9EFEB717ED27}"/>
              </a:ext>
            </a:extLst>
          </p:cNvPr>
          <p:cNvSpPr>
            <a:spLocks noGrp="1"/>
          </p:cNvSpPr>
          <p:nvPr>
            <p:ph type="pic" sz="quarter" idx="17" hasCustomPrompt="1"/>
          </p:nvPr>
        </p:nvSpPr>
        <p:spPr>
          <a:xfrm>
            <a:off x="382390" y="3045041"/>
            <a:ext cx="3338742" cy="3297489"/>
          </a:xfrm>
          <a:blipFill>
            <a:blip r:embed="rId2">
              <a:alphaModFix amt="60000"/>
            </a:blip>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478968" y="1019810"/>
            <a:ext cx="7315200" cy="557784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0369248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Number Large">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6BF28860-8FEF-73E6-FEDF-176AC5D70A0F}"/>
              </a:ext>
            </a:extLst>
          </p:cNvPr>
          <p:cNvSpPr>
            <a:spLocks noGrp="1"/>
          </p:cNvSpPr>
          <p:nvPr>
            <p:ph type="title"/>
          </p:nvPr>
        </p:nvSpPr>
        <p:spPr>
          <a:xfrm>
            <a:off x="6476998" y="4907611"/>
            <a:ext cx="5320285" cy="1438873"/>
          </a:xfrm>
        </p:spPr>
        <p:txBody>
          <a:bodyPr anchor="t"/>
          <a:lstStyle>
            <a:lvl1pPr>
              <a:lnSpc>
                <a:spcPct val="100000"/>
              </a:lnSpc>
              <a:defRPr sz="2000">
                <a:solidFill>
                  <a:schemeClr val="tx1"/>
                </a:solidFill>
                <a:latin typeface="+mn-lt"/>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86ADE8C0-7863-A0F4-9EFB-60B2F8DD221E}"/>
              </a:ext>
            </a:extLst>
          </p:cNvPr>
          <p:cNvSpPr>
            <a:spLocks noGrp="1"/>
          </p:cNvSpPr>
          <p:nvPr>
            <p:ph type="dt" sz="half" idx="14"/>
          </p:nvPr>
        </p:nvSpPr>
        <p:spPr/>
        <p:txBody>
          <a:bodyPr/>
          <a:lstStyle/>
          <a:p>
            <a:fld id="{5BCAD085-E8A6-8845-BD4E-CB4CCA059FC4}" type="datetimeFigureOut">
              <a:rPr lang="en-US" smtClean="0"/>
              <a:t>10/8/2026</a:t>
            </a:fld>
            <a:endParaRPr lang="en-US"/>
          </a:p>
        </p:txBody>
      </p:sp>
      <p:sp>
        <p:nvSpPr>
          <p:cNvPr id="4" name="Footer Placeholder 3">
            <a:extLst>
              <a:ext uri="{FF2B5EF4-FFF2-40B4-BE49-F238E27FC236}">
                <a16:creationId xmlns:a16="http://schemas.microsoft.com/office/drawing/2014/main" id="{0AE20381-0150-ABDF-3C66-3E77DA79EEC4}"/>
              </a:ext>
            </a:extLst>
          </p:cNvPr>
          <p:cNvSpPr>
            <a:spLocks noGrp="1"/>
          </p:cNvSpPr>
          <p:nvPr>
            <p:ph type="ftr" sz="quarter" idx="15"/>
          </p:nvPr>
        </p:nvSpPr>
        <p:spPr/>
        <p:txBody>
          <a:bodyPr/>
          <a:lstStyle/>
          <a:p>
            <a:endParaRPr lang="en-US"/>
          </a:p>
        </p:txBody>
      </p:sp>
      <p:sp>
        <p:nvSpPr>
          <p:cNvPr id="5" name="Slide Number Placeholder 4">
            <a:extLst>
              <a:ext uri="{FF2B5EF4-FFF2-40B4-BE49-F238E27FC236}">
                <a16:creationId xmlns:a16="http://schemas.microsoft.com/office/drawing/2014/main" id="{33AD7FDD-1157-5BB4-4A9F-3F35CE7FF476}"/>
              </a:ext>
            </a:extLst>
          </p:cNvPr>
          <p:cNvSpPr>
            <a:spLocks noGrp="1"/>
          </p:cNvSpPr>
          <p:nvPr>
            <p:ph type="sldNum" sz="quarter" idx="16"/>
          </p:nvPr>
        </p:nvSpPr>
        <p:spPr/>
        <p:txBody>
          <a:bodyPr/>
          <a:lstStyle/>
          <a:p>
            <a:fld id="{C1FF6DA9-008F-8B48-92A6-B652298478BF}" type="slidenum">
              <a:rPr lang="en-US" smtClean="0"/>
              <a:t>‹#›</a:t>
            </a:fld>
            <a:endParaRPr lang="en-US"/>
          </a:p>
        </p:txBody>
      </p:sp>
      <p:sp>
        <p:nvSpPr>
          <p:cNvPr id="10" name="Content Placeholder 9">
            <a:extLst>
              <a:ext uri="{FF2B5EF4-FFF2-40B4-BE49-F238E27FC236}">
                <a16:creationId xmlns:a16="http://schemas.microsoft.com/office/drawing/2014/main" id="{5B446035-33B1-F0D9-18B1-58E177267E3A}"/>
              </a:ext>
            </a:extLst>
          </p:cNvPr>
          <p:cNvSpPr>
            <a:spLocks noGrp="1"/>
          </p:cNvSpPr>
          <p:nvPr>
            <p:ph sz="quarter" idx="17" hasCustomPrompt="1"/>
          </p:nvPr>
        </p:nvSpPr>
        <p:spPr>
          <a:xfrm>
            <a:off x="274638" y="766763"/>
            <a:ext cx="11320462" cy="3489325"/>
          </a:xfrm>
        </p:spPr>
        <p:txBody>
          <a:bodyPr/>
          <a:lstStyle>
            <a:lvl1pPr>
              <a:lnSpc>
                <a:spcPct val="85000"/>
              </a:lnSpc>
              <a:defRPr sz="24000">
                <a:gradFill>
                  <a:gsLst>
                    <a:gs pos="0">
                      <a:schemeClr val="accent6"/>
                    </a:gs>
                    <a:gs pos="46000">
                      <a:schemeClr val="accent1"/>
                    </a:gs>
                    <a:gs pos="100000">
                      <a:schemeClr val="accent3">
                        <a:lumMod val="60000"/>
                        <a:lumOff val="40000"/>
                      </a:schemeClr>
                    </a:gs>
                  </a:gsLst>
                  <a:lin ang="4200000" scaled="0"/>
                </a:gradFill>
                <a:latin typeface="+mj-lt"/>
              </a:defRPr>
            </a:lvl1pPr>
          </a:lstStyle>
          <a:p>
            <a:pPr lvl="0"/>
            <a:r>
              <a:rPr lang="en-US" dirty="0"/>
              <a:t>##%</a:t>
            </a:r>
          </a:p>
        </p:txBody>
      </p:sp>
      <p:cxnSp>
        <p:nvCxnSpPr>
          <p:cNvPr id="6" name="Straight Connector 5">
            <a:extLst>
              <a:ext uri="{FF2B5EF4-FFF2-40B4-BE49-F238E27FC236}">
                <a16:creationId xmlns:a16="http://schemas.microsoft.com/office/drawing/2014/main" id="{9F77A56B-CD68-22F4-F473-A2063E81D70D}"/>
              </a:ext>
            </a:extLst>
          </p:cNvPr>
          <p:cNvCxnSpPr>
            <a:cxnSpLocks/>
          </p:cNvCxnSpPr>
          <p:nvPr/>
        </p:nvCxnSpPr>
        <p:spPr>
          <a:xfrm flipH="1">
            <a:off x="394716" y="4662243"/>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4496669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Statement">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0BED7B15-76E6-E98E-A0BB-6188FC145CDD}"/>
              </a:ext>
            </a:extLst>
          </p:cNvPr>
          <p:cNvSpPr/>
          <p:nvPr/>
        </p:nvSpPr>
        <p:spPr>
          <a:xfrm rot="10800000" flipH="1">
            <a:off x="-1" y="0"/>
            <a:ext cx="12192002" cy="6858000"/>
          </a:xfrm>
          <a:prstGeom prst="rect">
            <a:avLst/>
          </a:prstGeom>
          <a:gradFill flip="none" rotWithShape="1">
            <a:gsLst>
              <a:gs pos="50000">
                <a:schemeClr val="accent3">
                  <a:lumMod val="60000"/>
                  <a:lumOff val="40000"/>
                  <a:alpha val="75000"/>
                </a:schemeClr>
              </a:gs>
              <a:gs pos="0">
                <a:schemeClr val="accent1">
                  <a:lumMod val="50000"/>
                </a:schemeClr>
              </a:gs>
              <a:gs pos="100000">
                <a:schemeClr val="accent4">
                  <a:lumMod val="50000"/>
                </a:schemeClr>
              </a:gs>
              <a:gs pos="85000">
                <a:schemeClr val="accent2">
                  <a:lumMod val="75000"/>
                </a:scheme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A3602343-A974-BE4B-41E6-58237921FB4D}"/>
              </a:ext>
            </a:extLst>
          </p:cNvPr>
          <p:cNvSpPr/>
          <p:nvPr/>
        </p:nvSpPr>
        <p:spPr>
          <a:xfrm flipH="1">
            <a:off x="3683466" y="0"/>
            <a:ext cx="8508534" cy="6858000"/>
          </a:xfrm>
          <a:prstGeom prst="rect">
            <a:avLst/>
          </a:prstGeom>
          <a:gradFill flip="none" rotWithShape="1">
            <a:gsLst>
              <a:gs pos="6000">
                <a:schemeClr val="accent3">
                  <a:lumMod val="40000"/>
                  <a:lumOff val="60000"/>
                </a:schemeClr>
              </a:gs>
              <a:gs pos="73000">
                <a:schemeClr val="accent3">
                  <a:alpha val="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51022E84-7D91-EFA0-CBCA-F9AC98E6181F}"/>
              </a:ext>
            </a:extLst>
          </p:cNvPr>
          <p:cNvSpPr/>
          <p:nvPr/>
        </p:nvSpPr>
        <p:spPr>
          <a:xfrm rot="5400000">
            <a:off x="1670408" y="-1670408"/>
            <a:ext cx="7492544" cy="10833360"/>
          </a:xfrm>
          <a:prstGeom prst="rect">
            <a:avLst/>
          </a:prstGeom>
          <a:gradFill flip="none" rotWithShape="1">
            <a:gsLst>
              <a:gs pos="58000">
                <a:schemeClr val="accent2">
                  <a:alpha val="0"/>
                </a:schemeClr>
              </a:gs>
              <a:gs pos="98000">
                <a:schemeClr val="accent6">
                  <a:lumMod val="75000"/>
                </a:schemeClr>
              </a:gs>
            </a:gsLst>
            <a:lin ang="9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67344"/>
          </a:xfrm>
        </p:spPr>
        <p:txBody>
          <a:bodyPr/>
          <a:lstStyle/>
          <a:p>
            <a:r>
              <a:rPr lang="en-US"/>
              <a:t>Click to edit Master title style</a:t>
            </a:r>
          </a:p>
        </p:txBody>
      </p:sp>
      <p:sp>
        <p:nvSpPr>
          <p:cNvPr id="3" name="Rectangle 2">
            <a:extLst>
              <a:ext uri="{FF2B5EF4-FFF2-40B4-BE49-F238E27FC236}">
                <a16:creationId xmlns:a16="http://schemas.microsoft.com/office/drawing/2014/main" id="{67DA0DC0-3518-750A-3821-192C03B2D059}"/>
              </a:ext>
            </a:extLst>
          </p:cNvPr>
          <p:cNvSpPr/>
          <p:nvPr/>
        </p:nvSpPr>
        <p:spPr>
          <a:xfrm rot="10800000">
            <a:off x="5031742" y="-20336"/>
            <a:ext cx="7160258" cy="6878336"/>
          </a:xfrm>
          <a:prstGeom prst="rect">
            <a:avLst/>
          </a:prstGeom>
          <a:gradFill>
            <a:gsLst>
              <a:gs pos="30000">
                <a:schemeClr val="accent4">
                  <a:lumMod val="60000"/>
                  <a:lumOff val="40000"/>
                  <a:alpha val="0"/>
                </a:schemeClr>
              </a:gs>
              <a:gs pos="89000">
                <a:schemeClr val="bg2"/>
              </a:gs>
            </a:gsLst>
            <a:lin ang="9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B5B402F4-533A-849C-ACAD-039056A5D174}"/>
              </a:ext>
            </a:extLst>
          </p:cNvPr>
          <p:cNvSpPr/>
          <p:nvPr/>
        </p:nvSpPr>
        <p:spPr>
          <a:xfrm flipH="1">
            <a:off x="8961" y="2704579"/>
            <a:ext cx="12183038" cy="4153421"/>
          </a:xfrm>
          <a:prstGeom prst="rect">
            <a:avLst/>
          </a:prstGeom>
          <a:gradFill flip="none" rotWithShape="1">
            <a:gsLst>
              <a:gs pos="20000">
                <a:schemeClr val="accent1">
                  <a:alpha val="0"/>
                </a:schemeClr>
              </a:gs>
              <a:gs pos="68000">
                <a:schemeClr val="bg2">
                  <a:alpha val="67000"/>
                </a:schemeClr>
              </a:gs>
              <a:gs pos="90000">
                <a:schemeClr val="bg2"/>
              </a:gs>
            </a:gsLst>
            <a:lin ang="4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Date Placeholder 5">
            <a:extLst>
              <a:ext uri="{FF2B5EF4-FFF2-40B4-BE49-F238E27FC236}">
                <a16:creationId xmlns:a16="http://schemas.microsoft.com/office/drawing/2014/main" id="{E9E12D21-0607-5120-F81C-6E1DA0652CFB}"/>
              </a:ext>
            </a:extLst>
          </p:cNvPr>
          <p:cNvSpPr>
            <a:spLocks noGrp="1"/>
          </p:cNvSpPr>
          <p:nvPr>
            <p:ph type="dt" sz="half" idx="14"/>
          </p:nvPr>
        </p:nvSpPr>
        <p:spPr/>
        <p:txBody>
          <a:bodyPr/>
          <a:lstStyle/>
          <a:p>
            <a:fld id="{5BCAD085-E8A6-8845-BD4E-CB4CCA059FC4}" type="datetimeFigureOut">
              <a:rPr lang="en-US" smtClean="0"/>
              <a:t>10/8/2026</a:t>
            </a:fld>
            <a:endParaRPr lang="en-US"/>
          </a:p>
        </p:txBody>
      </p:sp>
      <p:sp>
        <p:nvSpPr>
          <p:cNvPr id="8" name="Footer Placeholder 7">
            <a:extLst>
              <a:ext uri="{FF2B5EF4-FFF2-40B4-BE49-F238E27FC236}">
                <a16:creationId xmlns:a16="http://schemas.microsoft.com/office/drawing/2014/main" id="{E0E9E314-CB58-F3CE-7C32-D6103621A2D5}"/>
              </a:ext>
            </a:extLst>
          </p:cNvPr>
          <p:cNvSpPr>
            <a:spLocks noGrp="1"/>
          </p:cNvSpPr>
          <p:nvPr>
            <p:ph type="ftr" sz="quarter" idx="15"/>
          </p:nvPr>
        </p:nvSpPr>
        <p:spPr/>
        <p:txBody>
          <a:bodyPr/>
          <a:lstStyle/>
          <a:p>
            <a:endParaRPr lang="en-US"/>
          </a:p>
        </p:txBody>
      </p:sp>
      <p:sp>
        <p:nvSpPr>
          <p:cNvPr id="9" name="Slide Number Placeholder 8">
            <a:extLst>
              <a:ext uri="{FF2B5EF4-FFF2-40B4-BE49-F238E27FC236}">
                <a16:creationId xmlns:a16="http://schemas.microsoft.com/office/drawing/2014/main" id="{20A1B35F-4D88-6EA9-8D55-4133CD961AF1}"/>
              </a:ext>
            </a:extLst>
          </p:cNvPr>
          <p:cNvSpPr>
            <a:spLocks noGrp="1"/>
          </p:cNvSpPr>
          <p:nvPr>
            <p:ph type="sldNum" sz="quarter" idx="16"/>
          </p:nvPr>
        </p:nvSpPr>
        <p:spPr/>
        <p:txBody>
          <a:bodyPr/>
          <a:lstStyle/>
          <a:p>
            <a:fld id="{C1FF6DA9-008F-8B48-92A6-B652298478BF}" type="slidenum">
              <a:rPr lang="en-US" smtClean="0"/>
              <a:t>‹#›</a:t>
            </a:fld>
            <a:endParaRPr lang="en-US"/>
          </a:p>
        </p:txBody>
      </p:sp>
      <p:sp>
        <p:nvSpPr>
          <p:cNvPr id="10" name="Content Placeholder 9">
            <a:extLst>
              <a:ext uri="{FF2B5EF4-FFF2-40B4-BE49-F238E27FC236}">
                <a16:creationId xmlns:a16="http://schemas.microsoft.com/office/drawing/2014/main" id="{88124DA4-1249-371C-65BA-0AAC0239D4C1}"/>
              </a:ext>
            </a:extLst>
          </p:cNvPr>
          <p:cNvSpPr>
            <a:spLocks noGrp="1"/>
          </p:cNvSpPr>
          <p:nvPr>
            <p:ph sz="quarter" idx="17" hasCustomPrompt="1"/>
          </p:nvPr>
        </p:nvSpPr>
        <p:spPr>
          <a:xfrm>
            <a:off x="274320" y="2704946"/>
            <a:ext cx="9801225" cy="3538538"/>
          </a:xfrm>
        </p:spPr>
        <p:txBody>
          <a:bodyPr anchor="b"/>
          <a:lstStyle>
            <a:lvl1pPr>
              <a:lnSpc>
                <a:spcPct val="100000"/>
              </a:lnSpc>
              <a:defRPr sz="5400"/>
            </a:lvl1pPr>
            <a:lvl2pPr>
              <a:lnSpc>
                <a:spcPct val="100000"/>
              </a:lnSpc>
              <a:defRPr sz="4800"/>
            </a:lvl2pPr>
            <a:lvl3pPr>
              <a:lnSpc>
                <a:spcPct val="100000"/>
              </a:lnSpc>
              <a:defRPr sz="4400"/>
            </a:lvl3pPr>
            <a:lvl4pPr>
              <a:lnSpc>
                <a:spcPct val="100000"/>
              </a:lnSpc>
              <a:defRPr sz="4000"/>
            </a:lvl4pPr>
            <a:lvl5pPr>
              <a:lnSpc>
                <a:spcPct val="100000"/>
              </a:lnSpc>
              <a:defRPr sz="3600"/>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32513090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5008CFE4-4AC8-17F9-C6E2-22D96CF81069}"/>
              </a:ext>
            </a:extLst>
          </p:cNvPr>
          <p:cNvSpPr/>
          <p:nvPr/>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Rectangle 7">
            <a:extLst>
              <a:ext uri="{FF2B5EF4-FFF2-40B4-BE49-F238E27FC236}">
                <a16:creationId xmlns:a16="http://schemas.microsoft.com/office/drawing/2014/main" id="{8B774BFB-EECC-C995-E701-4CCEB032FCDB}"/>
              </a:ext>
              <a:ext uri="{C183D7F6-B498-43B3-948B-1728B52AA6E4}">
                <adec:decorative xmlns:adec="http://schemas.microsoft.com/office/drawing/2017/decorative" val="1"/>
              </a:ext>
            </a:extLst>
          </p:cNvPr>
          <p:cNvSpPr/>
          <p:nvPr/>
        </p:nvSpPr>
        <p:spPr>
          <a:xfrm>
            <a:off x="0" y="3861412"/>
            <a:ext cx="12192000" cy="3010777"/>
          </a:xfrm>
          <a:prstGeom prst="rect">
            <a:avLst/>
          </a:prstGeom>
          <a:gradFill flip="none" rotWithShape="1">
            <a:gsLst>
              <a:gs pos="0">
                <a:schemeClr val="accent3">
                  <a:lumMod val="60000"/>
                  <a:lumOff val="40000"/>
                  <a:alpha val="70000"/>
                </a:schemeClr>
              </a:gs>
              <a:gs pos="50000">
                <a:schemeClr val="bg2">
                  <a:alpha val="0"/>
                </a:schemeClr>
              </a:gs>
            </a:gsLst>
            <a:lin ang="1716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solidFill>
                <a:schemeClr val="tx1"/>
              </a:solidFill>
            </a:endParaRPr>
          </a:p>
        </p:txBody>
      </p:sp>
      <p:sp>
        <p:nvSpPr>
          <p:cNvPr id="9" name="Rectangle 8">
            <a:extLst>
              <a:ext uri="{FF2B5EF4-FFF2-40B4-BE49-F238E27FC236}">
                <a16:creationId xmlns:a16="http://schemas.microsoft.com/office/drawing/2014/main" id="{CD2E260E-763F-A06B-2808-39975829F205}"/>
              </a:ext>
            </a:extLst>
          </p:cNvPr>
          <p:cNvSpPr/>
          <p:nvPr/>
        </p:nvSpPr>
        <p:spPr>
          <a:xfrm rot="5400000" flipH="1">
            <a:off x="2667005" y="-2666996"/>
            <a:ext cx="6857996" cy="12191993"/>
          </a:xfrm>
          <a:prstGeom prst="rect">
            <a:avLst/>
          </a:prstGeom>
          <a:gradFill>
            <a:gsLst>
              <a:gs pos="0">
                <a:schemeClr val="bg1"/>
              </a:gs>
              <a:gs pos="100000">
                <a:schemeClr val="accent1">
                  <a:lumMod val="75000"/>
                  <a:alpha val="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8E82642F-D94D-7313-EB9D-48E3CBEDD19C}"/>
              </a:ext>
            </a:extLst>
          </p:cNvPr>
          <p:cNvSpPr/>
          <p:nvPr/>
        </p:nvSpPr>
        <p:spPr>
          <a:xfrm rot="16200000" flipH="1">
            <a:off x="4381500" y="-4373435"/>
            <a:ext cx="3429000" cy="12175870"/>
          </a:xfrm>
          <a:prstGeom prst="rect">
            <a:avLst/>
          </a:prstGeom>
          <a:gradFill flip="none" rotWithShape="1">
            <a:gsLst>
              <a:gs pos="0">
                <a:schemeClr val="accent2"/>
              </a:gs>
              <a:gs pos="36000">
                <a:schemeClr val="accent6">
                  <a:alpha val="0"/>
                </a:schemeClr>
              </a:gs>
            </a:gsLst>
            <a:lin ang="21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1866900" y="4967784"/>
            <a:ext cx="8484108" cy="1052015"/>
          </a:xfrm>
        </p:spPr>
        <p:txBody>
          <a:bodyPr anchor="ctr">
            <a:normAutofit/>
          </a:bodyPr>
          <a:lstStyle>
            <a:lvl1pPr marL="137160" indent="-137160">
              <a:lnSpc>
                <a:spcPct val="100000"/>
              </a:lnSpc>
              <a:defRPr sz="2000">
                <a:solidFill>
                  <a:schemeClr val="tx1"/>
                </a:solidFill>
              </a:defRPr>
            </a:lvl1pPr>
          </a:lstStyle>
          <a:p>
            <a:r>
              <a:rPr lang="en-US"/>
              <a:t>Quote Author</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lvl1pPr>
              <a:defRPr>
                <a:solidFill>
                  <a:schemeClr val="tx1"/>
                </a:solidFill>
              </a:defRPr>
            </a:lvl1pPr>
          </a:lstStyle>
          <a:p>
            <a:fld id="{5BCAD085-E8A6-8845-BD4E-CB4CCA059FC4}" type="datetimeFigureOut">
              <a:rPr lang="en-US" smtClean="0"/>
              <a:t>10/8/2026</a:t>
            </a:fld>
            <a:endParaRPr lang="en-US"/>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p:txBody>
          <a:bodyPr/>
          <a:lstStyle>
            <a:lvl1pPr>
              <a:defRPr>
                <a:solidFill>
                  <a:schemeClr val="tx1"/>
                </a:solidFill>
              </a:defRPr>
            </a:lvl1pPr>
          </a:lstStyle>
          <a:p>
            <a:endParaRPr lang="en-US"/>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a:lstStyle>
            <a:lvl1pPr>
              <a:defRPr>
                <a:solidFill>
                  <a:schemeClr val="tx1"/>
                </a:solidFill>
              </a:defRPr>
            </a:lvl1pPr>
          </a:lstStyle>
          <a:p>
            <a:fld id="{C1FF6DA9-008F-8B48-92A6-B652298478BF}" type="slidenum">
              <a:rPr lang="en-US" smtClean="0"/>
              <a:t>‹#›</a:t>
            </a:fld>
            <a:endParaRPr lang="en-US"/>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1866900" y="1405719"/>
            <a:ext cx="8484108" cy="3087622"/>
          </a:xfrm>
        </p:spPr>
        <p:txBody>
          <a:bodyPr vert="horz" lIns="91440" tIns="45720" rIns="91440" bIns="45720" rtlCol="0" anchor="ctr">
            <a:noAutofit/>
          </a:bodyPr>
          <a:lstStyle>
            <a:lvl1pPr marL="0" indent="0">
              <a:lnSpc>
                <a:spcPct val="100000"/>
              </a:lnSpc>
              <a:buNone/>
              <a:defRPr lang="en-US" sz="4000" b="0" dirty="0">
                <a:solidFill>
                  <a:schemeClr val="tx1"/>
                </a:solidFill>
              </a:defRPr>
            </a:lvl1pPr>
            <a:lvl2pPr marL="228600" indent="0">
              <a:lnSpc>
                <a:spcPct val="100000"/>
              </a:lnSpc>
              <a:buNone/>
              <a:defRPr lang="en-US" sz="4000" b="0" dirty="0">
                <a:solidFill>
                  <a:schemeClr val="tx1"/>
                </a:solidFill>
              </a:defRPr>
            </a:lvl2pPr>
            <a:lvl3pPr marL="457200" indent="0">
              <a:lnSpc>
                <a:spcPct val="100000"/>
              </a:lnSpc>
              <a:buNone/>
              <a:defRPr lang="en-US" sz="4000" b="0" dirty="0">
                <a:solidFill>
                  <a:schemeClr val="tx1"/>
                </a:solidFill>
              </a:defRPr>
            </a:lvl3pPr>
            <a:lvl4pPr marL="685800" indent="0">
              <a:lnSpc>
                <a:spcPct val="100000"/>
              </a:lnSpc>
              <a:buNone/>
              <a:defRPr lang="en-US" sz="4000" b="0" dirty="0">
                <a:solidFill>
                  <a:schemeClr val="tx1"/>
                </a:solidFill>
              </a:defRPr>
            </a:lvl4pPr>
            <a:lvl5pPr marL="914400" indent="0">
              <a:lnSpc>
                <a:spcPct val="100000"/>
              </a:lnSpc>
              <a:buNone/>
              <a:defRPr lang="en-US" sz="3600" b="0" dirty="0">
                <a:solidFill>
                  <a:schemeClr val="tx1"/>
                </a:solidFill>
              </a:defRPr>
            </a:lvl5pPr>
          </a:lstStyle>
          <a:p>
            <a:pPr lvl="0"/>
            <a:r>
              <a:rPr lang="en-US" dirty="0"/>
              <a:t>Click to add Quote</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6" name="Straight Connector 5">
            <a:extLst>
              <a:ext uri="{FF2B5EF4-FFF2-40B4-BE49-F238E27FC236}">
                <a16:creationId xmlns:a16="http://schemas.microsoft.com/office/drawing/2014/main" id="{8D1ECC83-D6FA-D54B-81F2-EE93577E016F}"/>
              </a:ext>
            </a:extLst>
          </p:cNvPr>
          <p:cNvCxnSpPr>
            <a:cxnSpLocks/>
          </p:cNvCxnSpPr>
          <p:nvPr/>
        </p:nvCxnSpPr>
        <p:spPr>
          <a:xfrm flipH="1">
            <a:off x="2077285" y="4810814"/>
            <a:ext cx="8273723" cy="0"/>
          </a:xfrm>
          <a:prstGeom prst="line">
            <a:avLst/>
          </a:prstGeom>
          <a:ln w="6350">
            <a:solidFill>
              <a:schemeClr val="tx1">
                <a:lumMod val="75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1311436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Conclus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762000"/>
            <a:ext cx="7012885" cy="1381432"/>
          </a:xfrm>
        </p:spPr>
        <p:txBody>
          <a:bodyPr anchor="t">
            <a:noAutofit/>
          </a:bodyPr>
          <a:lstStyle>
            <a:lvl1pPr>
              <a:defRPr sz="4400">
                <a:solidFill>
                  <a:schemeClr val="tx1"/>
                </a:solidFill>
              </a:defRPr>
            </a:lvl1pPr>
          </a:lstStyle>
          <a:p>
            <a:r>
              <a:rPr lang="en-US"/>
              <a:t>Click to edit Master title style</a:t>
            </a:r>
          </a:p>
        </p:txBody>
      </p:sp>
      <p:sp>
        <p:nvSpPr>
          <p:cNvPr id="4" name="Date Placeholder 3">
            <a:extLst>
              <a:ext uri="{FF2B5EF4-FFF2-40B4-BE49-F238E27FC236}">
                <a16:creationId xmlns:a16="http://schemas.microsoft.com/office/drawing/2014/main" id="{5C52CF0D-DCF6-2401-8AD6-ED12BCF0D0F7}"/>
              </a:ext>
            </a:extLst>
          </p:cNvPr>
          <p:cNvSpPr>
            <a:spLocks noGrp="1"/>
          </p:cNvSpPr>
          <p:nvPr>
            <p:ph type="dt" sz="half" idx="14"/>
          </p:nvPr>
        </p:nvSpPr>
        <p:spPr/>
        <p:txBody>
          <a:bodyPr/>
          <a:lstStyle/>
          <a:p>
            <a:fld id="{5BCAD085-E8A6-8845-BD4E-CB4CCA059FC4}" type="datetimeFigureOut">
              <a:rPr lang="en-US" smtClean="0"/>
              <a:t>10/8/2026</a:t>
            </a:fld>
            <a:endParaRPr lang="en-US"/>
          </a:p>
        </p:txBody>
      </p:sp>
      <p:sp>
        <p:nvSpPr>
          <p:cNvPr id="5" name="Footer Placeholder 4">
            <a:extLst>
              <a:ext uri="{FF2B5EF4-FFF2-40B4-BE49-F238E27FC236}">
                <a16:creationId xmlns:a16="http://schemas.microsoft.com/office/drawing/2014/main" id="{A67F5585-231E-4B46-143C-086AE5C56D2F}"/>
              </a:ext>
            </a:extLst>
          </p:cNvPr>
          <p:cNvSpPr>
            <a:spLocks noGrp="1"/>
          </p:cNvSpPr>
          <p:nvPr>
            <p:ph type="ftr" sz="quarter" idx="15"/>
          </p:nvPr>
        </p:nvSpPr>
        <p:spPr/>
        <p:txBody>
          <a:bodyPr/>
          <a:lstStyle/>
          <a:p>
            <a:endParaRPr lang="en-US"/>
          </a:p>
        </p:txBody>
      </p:sp>
      <p:sp>
        <p:nvSpPr>
          <p:cNvPr id="6" name="Slide Number Placeholder 5">
            <a:extLst>
              <a:ext uri="{FF2B5EF4-FFF2-40B4-BE49-F238E27FC236}">
                <a16:creationId xmlns:a16="http://schemas.microsoft.com/office/drawing/2014/main" id="{90CE8D9E-59BD-DBC5-F43C-8A6A21AE2F10}"/>
              </a:ext>
            </a:extLst>
          </p:cNvPr>
          <p:cNvSpPr>
            <a:spLocks noGrp="1"/>
          </p:cNvSpPr>
          <p:nvPr>
            <p:ph type="sldNum" sz="quarter" idx="16"/>
          </p:nvPr>
        </p:nvSpPr>
        <p:spPr/>
        <p:txBody>
          <a:bodyPr/>
          <a:lstStyle/>
          <a:p>
            <a:fld id="{C1FF6DA9-008F-8B48-92A6-B652298478BF}" type="slidenum">
              <a:rPr lang="en-US" smtClean="0"/>
              <a:t>‹#›</a:t>
            </a:fld>
            <a:endParaRPr lang="en-US"/>
          </a:p>
        </p:txBody>
      </p:sp>
      <p:cxnSp>
        <p:nvCxnSpPr>
          <p:cNvPr id="3" name="Straight Connector 2">
            <a:extLst>
              <a:ext uri="{FF2B5EF4-FFF2-40B4-BE49-F238E27FC236}">
                <a16:creationId xmlns:a16="http://schemas.microsoft.com/office/drawing/2014/main" id="{9ABA73FC-7BD1-70E0-E0BB-062C0B9E495C}"/>
              </a:ext>
            </a:extLst>
          </p:cNvPr>
          <p:cNvCxnSpPr>
            <a:cxnSpLocks/>
          </p:cNvCxnSpPr>
          <p:nvPr/>
        </p:nvCxnSpPr>
        <p:spPr>
          <a:xfrm flipH="1">
            <a:off x="394716" y="3032970"/>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DE12F779-E4E9-1000-6D97-63D7AD0CD426}"/>
              </a:ext>
            </a:extLst>
          </p:cNvPr>
          <p:cNvSpPr/>
          <p:nvPr/>
        </p:nvSpPr>
        <p:spPr>
          <a:xfrm rot="5400000" flipH="1">
            <a:off x="4765041" y="-568961"/>
            <a:ext cx="2661919" cy="12192002"/>
          </a:xfrm>
          <a:prstGeom prst="rect">
            <a:avLst/>
          </a:prstGeom>
          <a:gradFill>
            <a:gsLst>
              <a:gs pos="51000">
                <a:schemeClr val="bg2">
                  <a:alpha val="0"/>
                </a:schemeClr>
              </a:gs>
              <a:gs pos="98276">
                <a:schemeClr val="tx2"/>
              </a:gs>
              <a:gs pos="85000">
                <a:schemeClr val="accent1">
                  <a:alpha val="8500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11177CF-A7A2-912C-416D-E7E03D2C5291}"/>
              </a:ext>
            </a:extLst>
          </p:cNvPr>
          <p:cNvSpPr/>
          <p:nvPr/>
        </p:nvSpPr>
        <p:spPr>
          <a:xfrm rot="5400000" flipH="1">
            <a:off x="4516120" y="-817882"/>
            <a:ext cx="3159760" cy="12192003"/>
          </a:xfrm>
          <a:prstGeom prst="rect">
            <a:avLst/>
          </a:prstGeom>
          <a:gradFill>
            <a:gsLst>
              <a:gs pos="62000">
                <a:schemeClr val="bg2">
                  <a:alpha val="0"/>
                </a:schemeClr>
              </a:gs>
              <a:gs pos="98276">
                <a:schemeClr val="accent5"/>
              </a:gs>
              <a:gs pos="88000">
                <a:schemeClr val="accent3">
                  <a:alpha val="49000"/>
                </a:schemeClr>
              </a:gs>
            </a:gsLst>
            <a:lin ang="103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503230" y="3429000"/>
            <a:ext cx="11171699" cy="2465612"/>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4372206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Conclusion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A3CA1D0-5ABF-E529-5411-F834222E48FC}"/>
              </a:ext>
            </a:extLst>
          </p:cNvPr>
          <p:cNvSpPr/>
          <p:nvPr/>
        </p:nvSpPr>
        <p:spPr>
          <a:xfrm rot="5400000">
            <a:off x="5020923" y="-2430130"/>
            <a:ext cx="1825034" cy="11866880"/>
          </a:xfrm>
          <a:prstGeom prst="rect">
            <a:avLst/>
          </a:prstGeom>
          <a:gradFill>
            <a:gsLst>
              <a:gs pos="41000">
                <a:schemeClr val="bg1">
                  <a:alpha val="0"/>
                </a:schemeClr>
              </a:gs>
              <a:gs pos="85612">
                <a:schemeClr val="accent4">
                  <a:alpha val="78000"/>
                </a:schemeClr>
              </a:gs>
              <a:gs pos="100000">
                <a:schemeClr val="accent6"/>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740F5D87-BF9C-3DAE-D977-87A4FA7749F4}"/>
              </a:ext>
            </a:extLst>
          </p:cNvPr>
          <p:cNvSpPr/>
          <p:nvPr/>
        </p:nvSpPr>
        <p:spPr>
          <a:xfrm rot="10800000" flipH="1">
            <a:off x="0" y="2590790"/>
            <a:ext cx="12192000" cy="1825033"/>
          </a:xfrm>
          <a:prstGeom prst="rect">
            <a:avLst/>
          </a:prstGeom>
          <a:gradFill>
            <a:gsLst>
              <a:gs pos="68000">
                <a:schemeClr val="bg2">
                  <a:alpha val="0"/>
                </a:schemeClr>
              </a:gs>
              <a:gs pos="98851">
                <a:schemeClr val="accent5">
                  <a:lumMod val="60000"/>
                  <a:lumOff val="40000"/>
                </a:schemeClr>
              </a:gs>
              <a:gs pos="89000">
                <a:schemeClr val="accent3">
                  <a:lumMod val="60000"/>
                  <a:lumOff val="40000"/>
                  <a:alpha val="35000"/>
                </a:schemeClr>
              </a:gs>
            </a:gsLst>
            <a:lin ang="5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762000"/>
            <a:ext cx="6095999" cy="1454506"/>
          </a:xfrm>
        </p:spPr>
        <p:txBody>
          <a:bodyPr anchor="t">
            <a:normAutofit/>
          </a:bodyPr>
          <a:lstStyle>
            <a:lvl1pPr>
              <a:defRPr sz="54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7CAECC89-C65D-CAD6-3F7F-24F67D81DCF1}"/>
              </a:ext>
            </a:extLst>
          </p:cNvPr>
          <p:cNvSpPr>
            <a:spLocks noGrp="1"/>
          </p:cNvSpPr>
          <p:nvPr>
            <p:ph type="dt" sz="half" idx="15"/>
          </p:nvPr>
        </p:nvSpPr>
        <p:spPr/>
        <p:txBody>
          <a:bodyPr/>
          <a:lstStyle/>
          <a:p>
            <a:fld id="{5BCAD085-E8A6-8845-BD4E-CB4CCA059FC4}" type="datetimeFigureOut">
              <a:rPr lang="en-US" smtClean="0"/>
              <a:t>10/8/2026</a:t>
            </a:fld>
            <a:endParaRPr lang="en-US"/>
          </a:p>
        </p:txBody>
      </p:sp>
      <p:sp>
        <p:nvSpPr>
          <p:cNvPr id="8" name="Footer Placeholder 7">
            <a:extLst>
              <a:ext uri="{FF2B5EF4-FFF2-40B4-BE49-F238E27FC236}">
                <a16:creationId xmlns:a16="http://schemas.microsoft.com/office/drawing/2014/main" id="{F664FAF8-D2CD-617D-EEE4-AFE7E979984A}"/>
              </a:ext>
            </a:extLst>
          </p:cNvPr>
          <p:cNvSpPr>
            <a:spLocks noGrp="1"/>
          </p:cNvSpPr>
          <p:nvPr>
            <p:ph type="ftr" sz="quarter" idx="16"/>
          </p:nvPr>
        </p:nvSpPr>
        <p:spPr/>
        <p:txBody>
          <a:bodyPr/>
          <a:lstStyle/>
          <a:p>
            <a:endParaRPr lang="en-US"/>
          </a:p>
        </p:txBody>
      </p:sp>
      <p:sp>
        <p:nvSpPr>
          <p:cNvPr id="9" name="Slide Number Placeholder 8">
            <a:extLst>
              <a:ext uri="{FF2B5EF4-FFF2-40B4-BE49-F238E27FC236}">
                <a16:creationId xmlns:a16="http://schemas.microsoft.com/office/drawing/2014/main" id="{B0DB779D-8A81-935C-F850-6C0DCAD5E6D1}"/>
              </a:ext>
            </a:extLst>
          </p:cNvPr>
          <p:cNvSpPr>
            <a:spLocks noGrp="1"/>
          </p:cNvSpPr>
          <p:nvPr>
            <p:ph type="sldNum" sz="quarter" idx="17"/>
          </p:nvPr>
        </p:nvSpPr>
        <p:spPr/>
        <p:txBody>
          <a:bodyPr/>
          <a:lstStyle/>
          <a:p>
            <a:fld id="{C1FF6DA9-008F-8B48-92A6-B652298478BF}" type="slidenum">
              <a:rPr lang="en-US" smtClean="0"/>
              <a:t>‹#›</a:t>
            </a:fld>
            <a:endParaRPr lang="en-US"/>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7620000" y="3337560"/>
            <a:ext cx="3595171" cy="2828581"/>
          </a:xfrm>
        </p:spPr>
        <p:txBody>
          <a:bodyPr vert="horz" lIns="91440" tIns="45720" rIns="91440" bIns="45720" rtlCol="0">
            <a:normAutofit/>
          </a:bodyPr>
          <a:lstStyle>
            <a:lvl1pPr marL="0" indent="0">
              <a:buNone/>
              <a:defRPr lang="en-US" sz="1800" dirty="0"/>
            </a:lvl1pPr>
            <a:lvl2pPr marL="228600" indent="0">
              <a:buNone/>
              <a:defRPr lang="en-US" sz="1400" dirty="0"/>
            </a:lvl2pPr>
            <a:lvl3pPr marL="457200" indent="0">
              <a:buNone/>
              <a:defRPr lang="en-US" sz="1200" dirty="0"/>
            </a:lvl3pPr>
            <a:lvl4pPr marL="685800" indent="0">
              <a:buNone/>
              <a:defRPr lang="en-US" sz="1100" dirty="0"/>
            </a:lvl4pPr>
            <a:lvl5pPr marL="914400" indent="0">
              <a:buNone/>
              <a:defRPr lang="en-US" sz="105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8211879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731520"/>
            <a:ext cx="10858500" cy="692389"/>
          </a:xfrm>
        </p:spPr>
        <p:txBody>
          <a:bodyPr/>
          <a:lstStyle>
            <a:lvl1pPr>
              <a:defRPr>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EC2184DE-1D38-B3AE-D560-557B3726B547}"/>
              </a:ext>
            </a:extLst>
          </p:cNvPr>
          <p:cNvSpPr>
            <a:spLocks noGrp="1"/>
          </p:cNvSpPr>
          <p:nvPr>
            <p:ph type="dt" sz="half" idx="15"/>
          </p:nvPr>
        </p:nvSpPr>
        <p:spPr/>
        <p:txBody>
          <a:bodyPr/>
          <a:lstStyle/>
          <a:p>
            <a:fld id="{5BCAD085-E8A6-8845-BD4E-CB4CCA059FC4}" type="datetimeFigureOut">
              <a:rPr lang="en-US" smtClean="0"/>
              <a:t>10/8/2026</a:t>
            </a:fld>
            <a:endParaRPr lang="en-US"/>
          </a:p>
        </p:txBody>
      </p:sp>
      <p:sp>
        <p:nvSpPr>
          <p:cNvPr id="4" name="Footer Placeholder 3">
            <a:extLst>
              <a:ext uri="{FF2B5EF4-FFF2-40B4-BE49-F238E27FC236}">
                <a16:creationId xmlns:a16="http://schemas.microsoft.com/office/drawing/2014/main" id="{392A082C-5D4A-4A20-87E3-9906B5F3BAF4}"/>
              </a:ext>
            </a:extLst>
          </p:cNvPr>
          <p:cNvSpPr>
            <a:spLocks noGrp="1"/>
          </p:cNvSpPr>
          <p:nvPr>
            <p:ph type="ftr" sz="quarter" idx="16"/>
          </p:nvPr>
        </p:nvSpPr>
        <p:spPr/>
        <p:txBody>
          <a:bodyPr/>
          <a:lstStyle/>
          <a:p>
            <a:endParaRPr lang="en-US"/>
          </a:p>
        </p:txBody>
      </p:sp>
      <p:sp>
        <p:nvSpPr>
          <p:cNvPr id="8" name="Slide Number Placeholder 7">
            <a:extLst>
              <a:ext uri="{FF2B5EF4-FFF2-40B4-BE49-F238E27FC236}">
                <a16:creationId xmlns:a16="http://schemas.microsoft.com/office/drawing/2014/main" id="{AD66BE47-AC20-1061-07AD-89A41D02F482}"/>
              </a:ext>
            </a:extLst>
          </p:cNvPr>
          <p:cNvSpPr>
            <a:spLocks noGrp="1"/>
          </p:cNvSpPr>
          <p:nvPr>
            <p:ph type="sldNum" sz="quarter" idx="17"/>
          </p:nvPr>
        </p:nvSpPr>
        <p:spPr/>
        <p:txBody>
          <a:bodyPr/>
          <a:lstStyle/>
          <a:p>
            <a:fld id="{C1FF6DA9-008F-8B48-92A6-B652298478BF}" type="slidenum">
              <a:rPr lang="en-US" smtClean="0"/>
              <a:t>‹#›</a:t>
            </a:fld>
            <a:endParaRPr lang="en-US"/>
          </a:p>
        </p:txBody>
      </p:sp>
      <p:sp>
        <p:nvSpPr>
          <p:cNvPr id="7" name="Content Placeholder 6">
            <a:extLst>
              <a:ext uri="{FF2B5EF4-FFF2-40B4-BE49-F238E27FC236}">
                <a16:creationId xmlns:a16="http://schemas.microsoft.com/office/drawing/2014/main" id="{80A35E0D-62A8-3554-9B0A-F98F410BA73C}"/>
              </a:ext>
            </a:extLst>
          </p:cNvPr>
          <p:cNvSpPr>
            <a:spLocks noGrp="1"/>
          </p:cNvSpPr>
          <p:nvPr>
            <p:ph sz="quarter" idx="18"/>
          </p:nvPr>
        </p:nvSpPr>
        <p:spPr>
          <a:xfrm>
            <a:off x="301625" y="1806575"/>
            <a:ext cx="5165725" cy="458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6">
            <a:extLst>
              <a:ext uri="{FF2B5EF4-FFF2-40B4-BE49-F238E27FC236}">
                <a16:creationId xmlns:a16="http://schemas.microsoft.com/office/drawing/2014/main" id="{59B3B287-1823-BE94-2755-A041E87636AD}"/>
              </a:ext>
            </a:extLst>
          </p:cNvPr>
          <p:cNvSpPr>
            <a:spLocks noGrp="1"/>
          </p:cNvSpPr>
          <p:nvPr>
            <p:ph sz="quarter" idx="19"/>
          </p:nvPr>
        </p:nvSpPr>
        <p:spPr>
          <a:xfrm>
            <a:off x="6723891" y="1806575"/>
            <a:ext cx="4991100" cy="458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6" name="Straight Connector 5">
            <a:extLst>
              <a:ext uri="{FF2B5EF4-FFF2-40B4-BE49-F238E27FC236}">
                <a16:creationId xmlns:a16="http://schemas.microsoft.com/office/drawing/2014/main" id="{3AFB33C1-66E4-5420-EAC7-ECB72519298E}"/>
              </a:ext>
            </a:extLst>
          </p:cNvPr>
          <p:cNvCxnSpPr>
            <a:cxnSpLocks/>
          </p:cNvCxnSpPr>
          <p:nvPr/>
        </p:nvCxnSpPr>
        <p:spPr>
          <a:xfrm flipH="1">
            <a:off x="394716" y="1584960"/>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9934144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Comparison">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06AE5CFF-8C53-04B8-D45D-5572C54FE40F}"/>
              </a:ext>
            </a:extLst>
          </p:cNvPr>
          <p:cNvSpPr/>
          <p:nvPr/>
        </p:nvSpPr>
        <p:spPr>
          <a:xfrm flipV="1">
            <a:off x="0" y="0"/>
            <a:ext cx="12191999" cy="1337733"/>
          </a:xfrm>
          <a:prstGeom prst="rect">
            <a:avLst/>
          </a:prstGeom>
          <a:gradFill>
            <a:gsLst>
              <a:gs pos="51000">
                <a:schemeClr val="accent2">
                  <a:lumMod val="50000"/>
                  <a:alpha val="0"/>
                </a:schemeClr>
              </a:gs>
              <a:gs pos="100000">
                <a:schemeClr val="accent1">
                  <a:alpha val="40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301752" y="731520"/>
            <a:ext cx="11585448" cy="662062"/>
          </a:xfrm>
        </p:spPr>
        <p:txBody>
          <a:bodyPr/>
          <a:lstStyle>
            <a:lvl1pPr>
              <a:defRPr>
                <a:solidFill>
                  <a:schemeClr val="tx1"/>
                </a:solidFill>
              </a:defRPr>
            </a:lvl1pPr>
          </a:lstStyle>
          <a:p>
            <a:r>
              <a:rPr lang="en-US"/>
              <a:t>Click to edit Master title style</a:t>
            </a:r>
          </a:p>
        </p:txBody>
      </p:sp>
      <p:sp>
        <p:nvSpPr>
          <p:cNvPr id="15" name="Date Placeholder 14">
            <a:extLst>
              <a:ext uri="{FF2B5EF4-FFF2-40B4-BE49-F238E27FC236}">
                <a16:creationId xmlns:a16="http://schemas.microsoft.com/office/drawing/2014/main" id="{705EA491-E08A-48B5-7211-33514A94530C}"/>
              </a:ext>
            </a:extLst>
          </p:cNvPr>
          <p:cNvSpPr>
            <a:spLocks noGrp="1"/>
          </p:cNvSpPr>
          <p:nvPr>
            <p:ph type="dt" sz="half" idx="15"/>
          </p:nvPr>
        </p:nvSpPr>
        <p:spPr/>
        <p:txBody>
          <a:bodyPr/>
          <a:lstStyle/>
          <a:p>
            <a:fld id="{5BCAD085-E8A6-8845-BD4E-CB4CCA059FC4}" type="datetimeFigureOut">
              <a:rPr lang="en-US" smtClean="0"/>
              <a:t>10/8/2026</a:t>
            </a:fld>
            <a:endParaRPr lang="en-US"/>
          </a:p>
        </p:txBody>
      </p:sp>
      <p:sp>
        <p:nvSpPr>
          <p:cNvPr id="16" name="Footer Placeholder 15">
            <a:extLst>
              <a:ext uri="{FF2B5EF4-FFF2-40B4-BE49-F238E27FC236}">
                <a16:creationId xmlns:a16="http://schemas.microsoft.com/office/drawing/2014/main" id="{259980DF-BFB1-0E16-FE9E-D2D30ED180E7}"/>
              </a:ext>
            </a:extLst>
          </p:cNvPr>
          <p:cNvSpPr>
            <a:spLocks noGrp="1"/>
          </p:cNvSpPr>
          <p:nvPr>
            <p:ph type="ftr" sz="quarter" idx="16"/>
          </p:nvPr>
        </p:nvSpPr>
        <p:spPr/>
        <p:txBody>
          <a:bodyPr/>
          <a:lstStyle/>
          <a:p>
            <a:endParaRPr lang="en-US"/>
          </a:p>
        </p:txBody>
      </p:sp>
      <p:sp>
        <p:nvSpPr>
          <p:cNvPr id="17" name="Slide Number Placeholder 16">
            <a:extLst>
              <a:ext uri="{FF2B5EF4-FFF2-40B4-BE49-F238E27FC236}">
                <a16:creationId xmlns:a16="http://schemas.microsoft.com/office/drawing/2014/main" id="{6EA97154-58A7-DD75-CD73-93F442F34125}"/>
              </a:ext>
            </a:extLst>
          </p:cNvPr>
          <p:cNvSpPr>
            <a:spLocks noGrp="1"/>
          </p:cNvSpPr>
          <p:nvPr>
            <p:ph type="sldNum" sz="quarter" idx="17"/>
          </p:nvPr>
        </p:nvSpPr>
        <p:spPr/>
        <p:txBody>
          <a:bodyPr/>
          <a:lstStyle/>
          <a:p>
            <a:fld id="{C1FF6DA9-008F-8B48-92A6-B652298478BF}" type="slidenum">
              <a:rPr lang="en-US" smtClean="0"/>
              <a:t>‹#›</a:t>
            </a:fld>
            <a:endParaRPr lang="en-US"/>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301752" y="1775779"/>
            <a:ext cx="5166360" cy="640080"/>
          </a:xfrm>
        </p:spPr>
        <p:txBody>
          <a:bodyPr anchor="ctr" anchorCtr="0">
            <a:normAutofit/>
          </a:bodyPr>
          <a:lstStyle>
            <a:lvl1pPr marL="0" indent="0">
              <a:lnSpc>
                <a:spcPct val="90000"/>
              </a:lnSpc>
              <a:buNone/>
              <a:defRPr sz="16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6">
            <a:extLst>
              <a:ext uri="{FF2B5EF4-FFF2-40B4-BE49-F238E27FC236}">
                <a16:creationId xmlns:a16="http://schemas.microsoft.com/office/drawing/2014/main" id="{13701989-F794-F145-FEEE-631718E4D69C}"/>
              </a:ext>
            </a:extLst>
          </p:cNvPr>
          <p:cNvSpPr>
            <a:spLocks noGrp="1"/>
          </p:cNvSpPr>
          <p:nvPr>
            <p:ph sz="quarter" idx="18"/>
          </p:nvPr>
        </p:nvSpPr>
        <p:spPr>
          <a:xfrm>
            <a:off x="301625" y="2492481"/>
            <a:ext cx="5165725" cy="39003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720840" y="1775777"/>
            <a:ext cx="5166360" cy="640080"/>
          </a:xfrm>
        </p:spPr>
        <p:txBody>
          <a:bodyPr anchor="ctr" anchorCtr="0">
            <a:normAutofit/>
          </a:bodyPr>
          <a:lstStyle>
            <a:lvl1pPr marL="0" indent="0">
              <a:lnSpc>
                <a:spcPct val="90000"/>
              </a:lnSpc>
              <a:buNone/>
              <a:defRPr sz="16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Content Placeholder 6">
            <a:extLst>
              <a:ext uri="{FF2B5EF4-FFF2-40B4-BE49-F238E27FC236}">
                <a16:creationId xmlns:a16="http://schemas.microsoft.com/office/drawing/2014/main" id="{A3BB3E04-BBB2-1EB1-AF01-EFE05E004270}"/>
              </a:ext>
            </a:extLst>
          </p:cNvPr>
          <p:cNvSpPr>
            <a:spLocks noGrp="1"/>
          </p:cNvSpPr>
          <p:nvPr>
            <p:ph sz="quarter" idx="19"/>
          </p:nvPr>
        </p:nvSpPr>
        <p:spPr>
          <a:xfrm>
            <a:off x="6723890" y="2492481"/>
            <a:ext cx="5181907" cy="39003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B692CF81-A7A7-1362-125E-EEC5C8BD16E7}"/>
              </a:ext>
            </a:extLst>
          </p:cNvPr>
          <p:cNvCxnSpPr>
            <a:cxnSpLocks/>
          </p:cNvCxnSpPr>
          <p:nvPr/>
        </p:nvCxnSpPr>
        <p:spPr>
          <a:xfrm flipH="1">
            <a:off x="394716" y="1579934"/>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11E71789-6ED9-AA74-B78C-05CAF80B5536}"/>
              </a:ext>
            </a:extLst>
          </p:cNvPr>
          <p:cNvSpPr/>
          <p:nvPr/>
        </p:nvSpPr>
        <p:spPr>
          <a:xfrm flipV="1">
            <a:off x="0" y="0"/>
            <a:ext cx="12191999" cy="1337733"/>
          </a:xfrm>
          <a:prstGeom prst="rect">
            <a:avLst/>
          </a:prstGeom>
          <a:gradFill>
            <a:gsLst>
              <a:gs pos="51000">
                <a:schemeClr val="accent2">
                  <a:lumMod val="50000"/>
                  <a:alpha val="0"/>
                </a:schemeClr>
              </a:gs>
              <a:gs pos="100000">
                <a:schemeClr val="accent1">
                  <a:alpha val="40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9872811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301752" y="1005840"/>
            <a:ext cx="9906000" cy="801042"/>
          </a:xfrm>
        </p:spPr>
        <p:txBody>
          <a:bodyPr anchor="t"/>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5BCAD085-E8A6-8845-BD4E-CB4CCA059FC4}" type="datetimeFigureOut">
              <a:rPr lang="en-US" smtClean="0"/>
              <a:t>10/8/2026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963333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5BCAD085-E8A6-8845-BD4E-CB4CCA059FC4}" type="datetimeFigureOut">
              <a:rPr lang="en-US" smtClean="0"/>
              <a:t>10/8/2026</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071371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301752" y="869140"/>
            <a:ext cx="11604046" cy="96920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301752" y="210114"/>
            <a:ext cx="1759288" cy="365760"/>
          </a:xfrm>
          <a:prstGeom prst="rect">
            <a:avLst/>
          </a:prstGeom>
        </p:spPr>
        <p:txBody>
          <a:bodyPr vert="horz" lIns="91440" tIns="45720" rIns="91440" bIns="45720" rtlCol="0" anchor="ctr"/>
          <a:lstStyle>
            <a:lvl1pPr algn="l" rtl="0">
              <a:defRPr sz="800" cap="none" spc="0" baseline="0">
                <a:solidFill>
                  <a:schemeClr val="tx1"/>
                </a:solidFill>
              </a:defRPr>
            </a:lvl1pPr>
          </a:lstStyle>
          <a:p>
            <a:fld id="{5BCAD085-E8A6-8845-BD4E-CB4CCA059FC4}" type="datetimeFigureOut">
              <a:rPr lang="en-US" smtClean="0"/>
              <a:t>10/8/2026</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7622485" y="210114"/>
            <a:ext cx="2509284" cy="365760"/>
          </a:xfrm>
          <a:prstGeom prst="rect">
            <a:avLst/>
          </a:prstGeom>
        </p:spPr>
        <p:txBody>
          <a:bodyPr vert="horz" lIns="91440" tIns="45720" rIns="91440" bIns="45720" rtlCol="0" anchor="ctr"/>
          <a:lstStyle>
            <a:lvl1pPr algn="l" rtl="0">
              <a:defRPr sz="800" cap="none" spc="0" baseline="0">
                <a:solidFill>
                  <a:schemeClr val="tx1"/>
                </a:solidFill>
              </a:defRPr>
            </a:lvl1pPr>
          </a:lstStyle>
          <a:p>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300323" y="210114"/>
            <a:ext cx="605475" cy="365760"/>
          </a:xfrm>
          <a:prstGeom prst="rect">
            <a:avLst/>
          </a:prstGeom>
        </p:spPr>
        <p:txBody>
          <a:bodyPr vert="horz" lIns="91440" tIns="45720" rIns="91440" bIns="45720" rtlCol="0" anchor="ctr"/>
          <a:lstStyle>
            <a:lvl1pPr algn="r" rtl="0">
              <a:defRPr sz="800" cap="none" spc="0" baseline="0">
                <a:solidFill>
                  <a:schemeClr val="tx1"/>
                </a:solidFill>
              </a:defRPr>
            </a:lvl1pPr>
          </a:lstStyle>
          <a:p>
            <a:fld id="{C1FF6DA9-008F-8B48-92A6-B652298478BF}" type="slidenum">
              <a:rPr lang="en-US" smtClean="0"/>
              <a:t>‹#›</a:t>
            </a:fld>
            <a:endParaRPr lang="en-US"/>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301752" y="2047284"/>
            <a:ext cx="11604046" cy="423464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6" name="Straight Connector 15">
            <a:extLst>
              <a:ext uri="{FF2B5EF4-FFF2-40B4-BE49-F238E27FC236}">
                <a16:creationId xmlns:a16="http://schemas.microsoft.com/office/drawing/2014/main" id="{A3E5EF3F-856F-01A0-B658-94EAB13FC060}"/>
              </a:ext>
            </a:extLst>
          </p:cNvPr>
          <p:cNvCxnSpPr>
            <a:cxnSpLocks/>
          </p:cNvCxnSpPr>
          <p:nvPr/>
        </p:nvCxnSpPr>
        <p:spPr>
          <a:xfrm flipH="1">
            <a:off x="394716" y="751313"/>
            <a:ext cx="11402568"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14140869"/>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Lst>
  <p:txStyles>
    <p:titleStyle>
      <a:lvl1pPr algn="l" defTabSz="914400" rtl="0" eaLnBrk="1" latinLnBrk="0" hangingPunct="1">
        <a:lnSpc>
          <a:spcPct val="85000"/>
        </a:lnSpc>
        <a:spcBef>
          <a:spcPct val="0"/>
        </a:spcBef>
        <a:buNone/>
        <a:defRPr sz="2800" b="0" kern="1200" spc="0" baseline="0">
          <a:solidFill>
            <a:schemeClr val="tx1"/>
          </a:solidFill>
          <a:latin typeface="+mj-lt"/>
          <a:ea typeface="+mj-ea"/>
          <a:cs typeface="+mj-cs"/>
        </a:defRPr>
      </a:lvl1pPr>
    </p:titleStyle>
    <p:bodyStyle>
      <a:lvl1pPr marL="0" indent="0" algn="l" defTabSz="914400" rtl="0" eaLnBrk="1" latinLnBrk="0" hangingPunct="1">
        <a:lnSpc>
          <a:spcPct val="120000"/>
        </a:lnSpc>
        <a:spcBef>
          <a:spcPts val="1000"/>
        </a:spcBef>
        <a:buFont typeface="Arial" panose="020B0604020202020204" pitchFamily="34" charset="0"/>
        <a:buNone/>
        <a:defRPr sz="1400" kern="1200" spc="0">
          <a:solidFill>
            <a:schemeClr val="tx1"/>
          </a:solidFill>
          <a:latin typeface="+mn-lt"/>
          <a:ea typeface="+mn-ea"/>
          <a:cs typeface="+mn-cs"/>
        </a:defRPr>
      </a:lvl1pPr>
      <a:lvl2pPr marL="2286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2pPr>
      <a:lvl3pPr marL="4572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3pPr>
      <a:lvl4pPr marL="6858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4pPr>
      <a:lvl5pPr marL="9144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1" pos="168">
          <p15:clr>
            <a:srgbClr val="F26B43"/>
          </p15:clr>
        </p15:guide>
        <p15:guide id="22" orient="horz" pos="2160">
          <p15:clr>
            <a:srgbClr val="F26B43"/>
          </p15:clr>
        </p15:guide>
        <p15:guide id="23" pos="4800">
          <p15:clr>
            <a:srgbClr val="F26B43"/>
          </p15:clr>
        </p15:guide>
        <p15:guide id="24" orient="horz" pos="480">
          <p15:clr>
            <a:srgbClr val="F26B43"/>
          </p15:clr>
        </p15:guide>
        <p15:guide id="25" orient="horz" pos="864">
          <p15:clr>
            <a:srgbClr val="F26B43"/>
          </p15:clr>
        </p15:guide>
        <p15:guide id="26" pos="7392">
          <p15:clr>
            <a:srgbClr val="F26B43"/>
          </p15:clr>
        </p15:guide>
        <p15:guide id="27" orient="horz" pos="3840">
          <p15:clr>
            <a:srgbClr val="F26B43"/>
          </p15:clr>
        </p15:guide>
        <p15:guide id="28" pos="240">
          <p15:clr>
            <a:srgbClr val="F26B43"/>
          </p15:clr>
        </p15:guide>
        <p15:guide id="29" pos="74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7.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7.xml"/><Relationship Id="rId4" Type="http://schemas.openxmlformats.org/officeDocument/2006/relationships/image" Target="../media/image26.png"/></Relationships>
</file>

<file path=ppt/slides/_rels/slide1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7.xml"/><Relationship Id="rId4" Type="http://schemas.openxmlformats.org/officeDocument/2006/relationships/image" Target="../media/image29.png"/></Relationships>
</file>

<file path=ppt/slides/_rels/slide1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7.xml"/><Relationship Id="rId4" Type="http://schemas.openxmlformats.org/officeDocument/2006/relationships/image" Target="../media/image32.png"/></Relationships>
</file>

<file path=ppt/slides/_rels/slide1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7.xml"/><Relationship Id="rId4" Type="http://schemas.openxmlformats.org/officeDocument/2006/relationships/image" Target="../media/image35.png"/></Relationships>
</file>

<file path=ppt/slides/_rels/slide1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7.xml"/><Relationship Id="rId4" Type="http://schemas.openxmlformats.org/officeDocument/2006/relationships/image" Target="../media/image38.png"/></Relationships>
</file>

<file path=ppt/slides/_rels/slide1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7.xml"/><Relationship Id="rId4" Type="http://schemas.openxmlformats.org/officeDocument/2006/relationships/image" Target="../media/image41.png"/></Relationships>
</file>

<file path=ppt/slides/_rels/slide1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7.xml"/><Relationship Id="rId4" Type="http://schemas.openxmlformats.org/officeDocument/2006/relationships/image" Target="../media/image44.png"/></Relationships>
</file>

<file path=ppt/slides/_rels/slide1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7.xml"/><Relationship Id="rId4" Type="http://schemas.openxmlformats.org/officeDocument/2006/relationships/image" Target="../media/image47.png"/></Relationships>
</file>

<file path=ppt/slides/_rels/slide2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7.xml"/></Relationships>
</file>

<file path=ppt/slides/_rels/slide21.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7.xml"/><Relationship Id="rId5" Type="http://schemas.openxmlformats.org/officeDocument/2006/relationships/image" Target="../media/image53.png"/><Relationship Id="rId4" Type="http://schemas.openxmlformats.org/officeDocument/2006/relationships/image" Target="../media/image52.png"/></Relationships>
</file>

<file path=ppt/slides/_rels/slide22.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7.xml"/></Relationships>
</file>

<file path=ppt/slides/_rels/slide23.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27.xml"/><Relationship Id="rId4" Type="http://schemas.openxmlformats.org/officeDocument/2006/relationships/image" Target="../media/image58.png"/></Relationships>
</file>

<file path=ppt/slides/_rels/slide24.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27.xml"/></Relationships>
</file>

<file path=ppt/slides/_rels/slide25.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27.xml"/></Relationships>
</file>

<file path=ppt/slides/_rels/slide26.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27.xml"/><Relationship Id="rId4" Type="http://schemas.openxmlformats.org/officeDocument/2006/relationships/image" Target="../media/image65.png"/></Relationships>
</file>

<file path=ppt/slides/_rels/slide27.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27.xml"/><Relationship Id="rId4" Type="http://schemas.openxmlformats.org/officeDocument/2006/relationships/image" Target="../media/image68.png"/></Relationships>
</file>

<file path=ppt/slides/_rels/slide28.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27.xml"/><Relationship Id="rId4" Type="http://schemas.openxmlformats.org/officeDocument/2006/relationships/image" Target="../media/image7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C9DC7AA-ACD4-5071-BB06-D6B64265F69D}"/>
              </a:ext>
            </a:extLst>
          </p:cNvPr>
          <p:cNvPicPr>
            <a:picLocks noChangeAspect="1"/>
          </p:cNvPicPr>
          <p:nvPr/>
        </p:nvPicPr>
        <p:blipFill>
          <a:blip r:embed="rId2"/>
          <a:stretch>
            <a:fillRect/>
          </a:stretch>
        </p:blipFill>
        <p:spPr>
          <a:xfrm>
            <a:off x="1" y="1"/>
            <a:ext cx="12192000" cy="6858000"/>
          </a:xfrm>
          <a:prstGeom prst="rect">
            <a:avLst/>
          </a:prstGeom>
        </p:spPr>
      </p:pic>
    </p:spTree>
    <p:extLst>
      <p:ext uri="{BB962C8B-B14F-4D97-AF65-F5344CB8AC3E}">
        <p14:creationId xmlns:p14="http://schemas.microsoft.com/office/powerpoint/2010/main" val="19055364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365760" y="307307"/>
            <a:ext cx="10789920" cy="594360"/>
          </a:xfrm>
          <a:prstGeom prst="rect">
            <a:avLst/>
          </a:prstGeom>
          <a:noFill/>
        </p:spPr>
        <p:txBody>
          <a:bodyPr wrap="square">
            <a:spAutoFit/>
          </a:bodyPr>
          <a:lstStyle/>
          <a:p>
            <a:pPr algn="l"/>
            <a:r>
              <a:rPr sz="2800" b="1">
                <a:solidFill>
                  <a:srgbClr val="F5F2EB"/>
                </a:solidFill>
                <a:latin typeface="Aptos"/>
              </a:rPr>
              <a:t>1. Project Abstract</a:t>
            </a:r>
          </a:p>
        </p:txBody>
      </p:sp>
      <p:sp>
        <p:nvSpPr>
          <p:cNvPr id="3" name="Rectangle 2"/>
          <p:cNvSpPr/>
          <p:nvPr/>
        </p:nvSpPr>
        <p:spPr>
          <a:xfrm>
            <a:off x="574336" y="901667"/>
            <a:ext cx="1097280" cy="50292"/>
          </a:xfrm>
          <a:prstGeom prst="rect">
            <a:avLst/>
          </a:prstGeom>
          <a:solidFill>
            <a:srgbClr val="C59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1691640"/>
            <a:ext cx="10241280" cy="3539430"/>
          </a:xfrm>
          <a:prstGeom prst="rect">
            <a:avLst/>
          </a:prstGeom>
          <a:noFill/>
        </p:spPr>
        <p:txBody>
          <a:bodyPr wrap="square">
            <a:spAutoFit/>
          </a:bodyPr>
          <a:lstStyle/>
          <a:p>
            <a:pPr algn="l"/>
            <a:r>
              <a:rPr sz="2800" b="0" dirty="0">
                <a:solidFill>
                  <a:srgbClr val="F5F2EB"/>
                </a:solidFill>
                <a:latin typeface="Aptos"/>
              </a:rPr>
              <a:t>The Bank Account Management System is designed to manage customer details, bank accounts and transactions in a centralized database. It supports account creation, deposits, withdrawals, balance enquiry and transaction history. The system aims to reduce manual work and errors while improving data security, consistency and accessibility. It uses DBMS concepts such as primary keys, foreign keys, authentication and transaction management</a:t>
            </a:r>
            <a:r>
              <a:rPr sz="2200" b="0" dirty="0">
                <a:solidFill>
                  <a:srgbClr val="F5F2EB"/>
                </a:solidFill>
                <a:latin typeface="Aptos"/>
              </a:rPr>
              <a:t>.</a:t>
            </a:r>
          </a:p>
        </p:txBody>
      </p:sp>
      <p:sp>
        <p:nvSpPr>
          <p:cNvPr id="5" name="TextBox 4"/>
          <p:cNvSpPr txBox="1"/>
          <p:nvPr/>
        </p:nvSpPr>
        <p:spPr>
          <a:xfrm>
            <a:off x="713232" y="6446520"/>
            <a:ext cx="2286000" cy="201168"/>
          </a:xfrm>
          <a:prstGeom prst="rect">
            <a:avLst/>
          </a:prstGeom>
          <a:noFill/>
        </p:spPr>
        <p:txBody>
          <a:bodyPr wrap="square">
            <a:spAutoFit/>
          </a:bodyPr>
          <a:lstStyle/>
          <a:p>
            <a:pPr algn="l"/>
            <a:r>
              <a:rPr sz="900" b="1">
                <a:solidFill>
                  <a:srgbClr val="C59423"/>
                </a:solidFill>
                <a:latin typeface="Aptos"/>
              </a:rPr>
              <a:t>ADITYA UNIVERSITY</a:t>
            </a:r>
          </a:p>
        </p:txBody>
      </p:sp>
      <p:sp>
        <p:nvSpPr>
          <p:cNvPr id="6" name="TextBox 5"/>
          <p:cNvSpPr txBox="1"/>
          <p:nvPr/>
        </p:nvSpPr>
        <p:spPr>
          <a:xfrm>
            <a:off x="11155680" y="6446520"/>
            <a:ext cx="365760" cy="201168"/>
          </a:xfrm>
          <a:prstGeom prst="rect">
            <a:avLst/>
          </a:prstGeom>
          <a:noFill/>
        </p:spPr>
        <p:txBody>
          <a:bodyPr wrap="square">
            <a:spAutoFit/>
          </a:bodyPr>
          <a:lstStyle/>
          <a:p>
            <a:pPr algn="r"/>
            <a:r>
              <a:rPr sz="900" b="0">
                <a:solidFill>
                  <a:srgbClr val="D2CAC1"/>
                </a:solidFill>
                <a:latin typeface="Aptos"/>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320040" y="256032"/>
            <a:ext cx="10881360" cy="594360"/>
          </a:xfrm>
          <a:prstGeom prst="rect">
            <a:avLst/>
          </a:prstGeom>
          <a:noFill/>
        </p:spPr>
        <p:txBody>
          <a:bodyPr wrap="square">
            <a:spAutoFit/>
          </a:bodyPr>
          <a:lstStyle/>
          <a:p>
            <a:pPr algn="l"/>
            <a:r>
              <a:rPr sz="2800" b="1" dirty="0">
                <a:solidFill>
                  <a:srgbClr val="F5F2EB"/>
                </a:solidFill>
                <a:latin typeface="Aptos"/>
              </a:rPr>
              <a:t>2. Problem Statement</a:t>
            </a:r>
          </a:p>
        </p:txBody>
      </p:sp>
      <p:sp>
        <p:nvSpPr>
          <p:cNvPr id="3" name="Rectangle 2"/>
          <p:cNvSpPr/>
          <p:nvPr/>
        </p:nvSpPr>
        <p:spPr>
          <a:xfrm>
            <a:off x="713232" y="1078992"/>
            <a:ext cx="1097280" cy="50292"/>
          </a:xfrm>
          <a:prstGeom prst="rect">
            <a:avLst/>
          </a:prstGeom>
          <a:solidFill>
            <a:srgbClr val="C59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13232" y="6446520"/>
            <a:ext cx="2194560" cy="201168"/>
          </a:xfrm>
          <a:prstGeom prst="rect">
            <a:avLst/>
          </a:prstGeom>
          <a:noFill/>
        </p:spPr>
        <p:txBody>
          <a:bodyPr wrap="square">
            <a:spAutoFit/>
          </a:bodyPr>
          <a:lstStyle/>
          <a:p>
            <a:pPr algn="l"/>
            <a:r>
              <a:rPr sz="900" b="1">
                <a:solidFill>
                  <a:srgbClr val="C59423"/>
                </a:solidFill>
                <a:latin typeface="Aptos"/>
              </a:rPr>
              <a:t>ADITYA UNIVERSITY</a:t>
            </a:r>
          </a:p>
        </p:txBody>
      </p:sp>
      <p:sp>
        <p:nvSpPr>
          <p:cNvPr id="6" name="TextBox 5"/>
          <p:cNvSpPr txBox="1"/>
          <p:nvPr/>
        </p:nvSpPr>
        <p:spPr>
          <a:xfrm>
            <a:off x="11201400" y="6446520"/>
            <a:ext cx="320040" cy="201168"/>
          </a:xfrm>
          <a:prstGeom prst="rect">
            <a:avLst/>
          </a:prstGeom>
          <a:noFill/>
        </p:spPr>
        <p:txBody>
          <a:bodyPr wrap="square">
            <a:spAutoFit/>
          </a:bodyPr>
          <a:lstStyle/>
          <a:p>
            <a:pPr algn="r"/>
            <a:r>
              <a:rPr sz="900" b="0">
                <a:solidFill>
                  <a:srgbClr val="D2CAC1"/>
                </a:solidFill>
                <a:latin typeface="Aptos"/>
              </a:rPr>
              <a:t>3</a:t>
            </a:r>
          </a:p>
        </p:txBody>
      </p:sp>
      <p:graphicFrame>
        <p:nvGraphicFramePr>
          <p:cNvPr id="8" name="TextBox 3">
            <a:extLst>
              <a:ext uri="{FF2B5EF4-FFF2-40B4-BE49-F238E27FC236}">
                <a16:creationId xmlns:a16="http://schemas.microsoft.com/office/drawing/2014/main" id="{B5E7BB6D-8AB1-8FEE-7595-B146255ADA3B}"/>
              </a:ext>
            </a:extLst>
          </p:cNvPr>
          <p:cNvGraphicFramePr/>
          <p:nvPr/>
        </p:nvGraphicFramePr>
        <p:xfrm>
          <a:off x="868680" y="1737360"/>
          <a:ext cx="10424160" cy="44805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411480" y="256032"/>
            <a:ext cx="10881360" cy="594360"/>
          </a:xfrm>
          <a:prstGeom prst="rect">
            <a:avLst/>
          </a:prstGeom>
          <a:noFill/>
        </p:spPr>
        <p:txBody>
          <a:bodyPr wrap="square">
            <a:spAutoFit/>
          </a:bodyPr>
          <a:lstStyle/>
          <a:p>
            <a:pPr algn="l"/>
            <a:r>
              <a:rPr sz="2800" b="1" dirty="0">
                <a:solidFill>
                  <a:srgbClr val="F5F2EB"/>
                </a:solidFill>
                <a:latin typeface="Aptos"/>
              </a:rPr>
              <a:t>3. Objectives</a:t>
            </a:r>
          </a:p>
        </p:txBody>
      </p:sp>
      <p:sp>
        <p:nvSpPr>
          <p:cNvPr id="3" name="Rectangle 2"/>
          <p:cNvSpPr/>
          <p:nvPr/>
        </p:nvSpPr>
        <p:spPr>
          <a:xfrm>
            <a:off x="713232" y="1078992"/>
            <a:ext cx="1097280" cy="50292"/>
          </a:xfrm>
          <a:prstGeom prst="rect">
            <a:avLst/>
          </a:prstGeom>
          <a:solidFill>
            <a:srgbClr val="C59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737360"/>
            <a:ext cx="10424160" cy="4480560"/>
          </a:xfrm>
          <a:prstGeom prst="rect">
            <a:avLst/>
          </a:prstGeom>
          <a:noFill/>
        </p:spPr>
        <p:txBody>
          <a:bodyPr wrap="square">
            <a:spAutoFit/>
          </a:bodyPr>
          <a:lstStyle/>
          <a:p>
            <a:pPr>
              <a:spcAft>
                <a:spcPts val="1300"/>
              </a:spcAft>
              <a:defRPr sz="2200">
                <a:solidFill>
                  <a:srgbClr val="F5F2EB"/>
                </a:solidFill>
                <a:latin typeface="Aptos"/>
              </a:defRPr>
            </a:pPr>
            <a:r>
              <a:t>• Create and manage customer bank accounts efficiently.</a:t>
            </a:r>
          </a:p>
          <a:p>
            <a:pPr>
              <a:spcAft>
                <a:spcPts val="1300"/>
              </a:spcAft>
              <a:defRPr sz="2200">
                <a:solidFill>
                  <a:srgbClr val="F5F2EB"/>
                </a:solidFill>
                <a:latin typeface="Aptos"/>
              </a:defRPr>
            </a:pPr>
            <a:r>
              <a:t>• Record deposits, withdrawals and other transactions accurately.</a:t>
            </a:r>
          </a:p>
          <a:p>
            <a:pPr>
              <a:spcAft>
                <a:spcPts val="1300"/>
              </a:spcAft>
              <a:defRPr sz="2200">
                <a:solidFill>
                  <a:srgbClr val="F5F2EB"/>
                </a:solidFill>
                <a:latin typeface="Aptos"/>
              </a:defRPr>
            </a:pPr>
            <a:r>
              <a:t>• Maintain current account balance and transaction history.</a:t>
            </a:r>
          </a:p>
          <a:p>
            <a:pPr>
              <a:spcAft>
                <a:spcPts val="1300"/>
              </a:spcAft>
              <a:defRPr sz="2200">
                <a:solidFill>
                  <a:srgbClr val="F5F2EB"/>
                </a:solidFill>
                <a:latin typeface="Aptos"/>
              </a:defRPr>
            </a:pPr>
            <a:r>
              <a:t>• Provide secure authentication and role-based access.</a:t>
            </a:r>
          </a:p>
          <a:p>
            <a:pPr>
              <a:spcAft>
                <a:spcPts val="1300"/>
              </a:spcAft>
              <a:defRPr sz="2200">
                <a:solidFill>
                  <a:srgbClr val="F5F2EB"/>
                </a:solidFill>
                <a:latin typeface="Aptos"/>
              </a:defRPr>
            </a:pPr>
            <a:r>
              <a:t>• Reduce manual work, data redundancy and transaction errors.</a:t>
            </a:r>
          </a:p>
          <a:p>
            <a:pPr>
              <a:spcAft>
                <a:spcPts val="1300"/>
              </a:spcAft>
              <a:defRPr sz="2200">
                <a:solidFill>
                  <a:srgbClr val="F5F2EB"/>
                </a:solidFill>
                <a:latin typeface="Aptos"/>
              </a:defRPr>
            </a:pPr>
            <a:r>
              <a:t>• Generate useful account and transaction reports.</a:t>
            </a:r>
          </a:p>
        </p:txBody>
      </p:sp>
      <p:sp>
        <p:nvSpPr>
          <p:cNvPr id="5" name="TextBox 4"/>
          <p:cNvSpPr txBox="1"/>
          <p:nvPr/>
        </p:nvSpPr>
        <p:spPr>
          <a:xfrm>
            <a:off x="713232" y="6446520"/>
            <a:ext cx="2194560" cy="201168"/>
          </a:xfrm>
          <a:prstGeom prst="rect">
            <a:avLst/>
          </a:prstGeom>
          <a:noFill/>
        </p:spPr>
        <p:txBody>
          <a:bodyPr wrap="square">
            <a:spAutoFit/>
          </a:bodyPr>
          <a:lstStyle/>
          <a:p>
            <a:pPr algn="l"/>
            <a:r>
              <a:rPr sz="900" b="1">
                <a:solidFill>
                  <a:srgbClr val="C59423"/>
                </a:solidFill>
                <a:latin typeface="Aptos"/>
              </a:rPr>
              <a:t>ADITYA UNIVERSITY</a:t>
            </a:r>
          </a:p>
        </p:txBody>
      </p:sp>
      <p:sp>
        <p:nvSpPr>
          <p:cNvPr id="6" name="TextBox 5"/>
          <p:cNvSpPr txBox="1"/>
          <p:nvPr/>
        </p:nvSpPr>
        <p:spPr>
          <a:xfrm>
            <a:off x="11201400" y="6446520"/>
            <a:ext cx="320040" cy="201168"/>
          </a:xfrm>
          <a:prstGeom prst="rect">
            <a:avLst/>
          </a:prstGeom>
          <a:noFill/>
        </p:spPr>
        <p:txBody>
          <a:bodyPr wrap="square">
            <a:spAutoFit/>
          </a:bodyPr>
          <a:lstStyle/>
          <a:p>
            <a:pPr algn="r"/>
            <a:r>
              <a:rPr sz="900" b="0">
                <a:solidFill>
                  <a:srgbClr val="D2CAC1"/>
                </a:solidFill>
                <a:latin typeface="Aptos"/>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347472" y="284577"/>
            <a:ext cx="10881360" cy="594360"/>
          </a:xfrm>
          <a:prstGeom prst="rect">
            <a:avLst/>
          </a:prstGeom>
          <a:noFill/>
        </p:spPr>
        <p:txBody>
          <a:bodyPr wrap="square">
            <a:spAutoFit/>
          </a:bodyPr>
          <a:lstStyle/>
          <a:p>
            <a:pPr algn="l"/>
            <a:r>
              <a:rPr sz="2800" b="1" dirty="0">
                <a:solidFill>
                  <a:srgbClr val="F5F2EB"/>
                </a:solidFill>
                <a:latin typeface="Aptos"/>
              </a:rPr>
              <a:t>4. End Users</a:t>
            </a:r>
          </a:p>
        </p:txBody>
      </p:sp>
      <p:sp>
        <p:nvSpPr>
          <p:cNvPr id="3" name="Rectangle 2"/>
          <p:cNvSpPr/>
          <p:nvPr/>
        </p:nvSpPr>
        <p:spPr>
          <a:xfrm>
            <a:off x="713232" y="1078992"/>
            <a:ext cx="1097280" cy="50292"/>
          </a:xfrm>
          <a:prstGeom prst="rect">
            <a:avLst/>
          </a:prstGeom>
          <a:solidFill>
            <a:srgbClr val="C59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13232" y="1645920"/>
            <a:ext cx="3200400" cy="2620148"/>
          </a:xfrm>
          <a:prstGeom prst="roundRect">
            <a:avLst/>
          </a:prstGeom>
          <a:solidFill>
            <a:srgbClr val="121212"/>
          </a:solidFill>
          <a:ln>
            <a:solidFill>
              <a:srgbClr val="4141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32688" y="1810512"/>
            <a:ext cx="2980944" cy="400110"/>
          </a:xfrm>
          <a:prstGeom prst="rect">
            <a:avLst/>
          </a:prstGeom>
          <a:noFill/>
        </p:spPr>
        <p:txBody>
          <a:bodyPr wrap="square">
            <a:spAutoFit/>
          </a:bodyPr>
          <a:lstStyle/>
          <a:p>
            <a:pPr algn="l"/>
            <a:r>
              <a:rPr sz="2000" b="1" dirty="0">
                <a:solidFill>
                  <a:srgbClr val="C59423"/>
                </a:solidFill>
                <a:latin typeface="Aptos"/>
              </a:rPr>
              <a:t>CUSTOMER</a:t>
            </a:r>
          </a:p>
        </p:txBody>
      </p:sp>
      <p:sp>
        <p:nvSpPr>
          <p:cNvPr id="6" name="TextBox 5"/>
          <p:cNvSpPr txBox="1"/>
          <p:nvPr/>
        </p:nvSpPr>
        <p:spPr>
          <a:xfrm>
            <a:off x="932688" y="2304288"/>
            <a:ext cx="2980944" cy="1631216"/>
          </a:xfrm>
          <a:prstGeom prst="rect">
            <a:avLst/>
          </a:prstGeom>
          <a:noFill/>
        </p:spPr>
        <p:txBody>
          <a:bodyPr wrap="square">
            <a:spAutoFit/>
          </a:bodyPr>
          <a:lstStyle/>
          <a:p>
            <a:pPr algn="l"/>
            <a:r>
              <a:rPr sz="2000" b="0" dirty="0">
                <a:solidFill>
                  <a:srgbClr val="F5F2EB"/>
                </a:solidFill>
                <a:latin typeface="Aptos"/>
              </a:rPr>
              <a:t>Views account details, balance and transaction history.
Can request or perform permitted transactions.</a:t>
            </a:r>
          </a:p>
        </p:txBody>
      </p:sp>
      <p:sp>
        <p:nvSpPr>
          <p:cNvPr id="7" name="Rounded Rectangle 6"/>
          <p:cNvSpPr/>
          <p:nvPr/>
        </p:nvSpPr>
        <p:spPr>
          <a:xfrm>
            <a:off x="4187952" y="1645920"/>
            <a:ext cx="3657600" cy="2620148"/>
          </a:xfrm>
          <a:prstGeom prst="roundRect">
            <a:avLst/>
          </a:prstGeom>
          <a:solidFill>
            <a:srgbClr val="121212"/>
          </a:solidFill>
          <a:ln>
            <a:solidFill>
              <a:srgbClr val="4141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451260" y="1784193"/>
            <a:ext cx="2980944" cy="400110"/>
          </a:xfrm>
          <a:prstGeom prst="rect">
            <a:avLst/>
          </a:prstGeom>
          <a:noFill/>
        </p:spPr>
        <p:txBody>
          <a:bodyPr wrap="square">
            <a:spAutoFit/>
          </a:bodyPr>
          <a:lstStyle/>
          <a:p>
            <a:pPr algn="l"/>
            <a:r>
              <a:rPr sz="2000" b="1" dirty="0">
                <a:solidFill>
                  <a:srgbClr val="C59423"/>
                </a:solidFill>
                <a:latin typeface="Aptos"/>
              </a:rPr>
              <a:t>BANK STAFF</a:t>
            </a:r>
          </a:p>
        </p:txBody>
      </p:sp>
      <p:sp>
        <p:nvSpPr>
          <p:cNvPr id="9" name="TextBox 8"/>
          <p:cNvSpPr txBox="1"/>
          <p:nvPr/>
        </p:nvSpPr>
        <p:spPr>
          <a:xfrm>
            <a:off x="4473677" y="2189988"/>
            <a:ext cx="3097555" cy="1631216"/>
          </a:xfrm>
          <a:prstGeom prst="rect">
            <a:avLst/>
          </a:prstGeom>
          <a:noFill/>
        </p:spPr>
        <p:txBody>
          <a:bodyPr wrap="square">
            <a:spAutoFit/>
          </a:bodyPr>
          <a:lstStyle/>
          <a:p>
            <a:pPr algn="l"/>
            <a:r>
              <a:rPr sz="2000" b="0" dirty="0">
                <a:solidFill>
                  <a:srgbClr val="F5F2EB"/>
                </a:solidFill>
                <a:latin typeface="Aptos"/>
              </a:rPr>
              <a:t>Creates and updates customer accounts.
Processes deposits, withdrawals and service requests.</a:t>
            </a:r>
          </a:p>
        </p:txBody>
      </p:sp>
      <p:sp>
        <p:nvSpPr>
          <p:cNvPr id="10" name="Rounded Rectangle 9"/>
          <p:cNvSpPr/>
          <p:nvPr/>
        </p:nvSpPr>
        <p:spPr>
          <a:xfrm>
            <a:off x="8046720" y="1645920"/>
            <a:ext cx="3997796" cy="2620148"/>
          </a:xfrm>
          <a:prstGeom prst="roundRect">
            <a:avLst/>
          </a:prstGeom>
          <a:solidFill>
            <a:srgbClr val="121212"/>
          </a:solidFill>
          <a:ln>
            <a:solidFill>
              <a:srgbClr val="4141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247888" y="1810512"/>
            <a:ext cx="2980944" cy="400110"/>
          </a:xfrm>
          <a:prstGeom prst="rect">
            <a:avLst/>
          </a:prstGeom>
          <a:noFill/>
        </p:spPr>
        <p:txBody>
          <a:bodyPr wrap="square">
            <a:spAutoFit/>
          </a:bodyPr>
          <a:lstStyle/>
          <a:p>
            <a:pPr algn="l"/>
            <a:r>
              <a:rPr sz="2000" b="1" dirty="0">
                <a:solidFill>
                  <a:srgbClr val="C59423"/>
                </a:solidFill>
                <a:latin typeface="Aptos"/>
              </a:rPr>
              <a:t>ADMIN / DBA</a:t>
            </a:r>
          </a:p>
        </p:txBody>
      </p:sp>
      <p:sp>
        <p:nvSpPr>
          <p:cNvPr id="12" name="TextBox 11"/>
          <p:cNvSpPr txBox="1"/>
          <p:nvPr/>
        </p:nvSpPr>
        <p:spPr>
          <a:xfrm>
            <a:off x="8247888" y="2189988"/>
            <a:ext cx="2980944" cy="1323439"/>
          </a:xfrm>
          <a:prstGeom prst="rect">
            <a:avLst/>
          </a:prstGeom>
          <a:noFill/>
        </p:spPr>
        <p:txBody>
          <a:bodyPr wrap="square">
            <a:spAutoFit/>
          </a:bodyPr>
          <a:lstStyle/>
          <a:p>
            <a:pPr algn="l"/>
            <a:r>
              <a:rPr sz="2000" b="0" dirty="0">
                <a:solidFill>
                  <a:srgbClr val="F5F2EB"/>
                </a:solidFill>
                <a:latin typeface="Aptos"/>
              </a:rPr>
              <a:t>Manages users, permissions, database security, backup and system maintenance.</a:t>
            </a:r>
          </a:p>
        </p:txBody>
      </p:sp>
      <p:sp>
        <p:nvSpPr>
          <p:cNvPr id="13" name="TextBox 12"/>
          <p:cNvSpPr txBox="1"/>
          <p:nvPr/>
        </p:nvSpPr>
        <p:spPr>
          <a:xfrm>
            <a:off x="713232" y="6446520"/>
            <a:ext cx="2194560" cy="201168"/>
          </a:xfrm>
          <a:prstGeom prst="rect">
            <a:avLst/>
          </a:prstGeom>
          <a:noFill/>
        </p:spPr>
        <p:txBody>
          <a:bodyPr wrap="square">
            <a:spAutoFit/>
          </a:bodyPr>
          <a:lstStyle/>
          <a:p>
            <a:pPr algn="l"/>
            <a:r>
              <a:rPr sz="900" b="1">
                <a:solidFill>
                  <a:srgbClr val="C59423"/>
                </a:solidFill>
                <a:latin typeface="Aptos"/>
              </a:rPr>
              <a:t>ADITYA UNIVERSITY</a:t>
            </a:r>
          </a:p>
        </p:txBody>
      </p:sp>
      <p:sp>
        <p:nvSpPr>
          <p:cNvPr id="14" name="TextBox 13"/>
          <p:cNvSpPr txBox="1"/>
          <p:nvPr/>
        </p:nvSpPr>
        <p:spPr>
          <a:xfrm>
            <a:off x="11201400" y="6446520"/>
            <a:ext cx="320040" cy="201168"/>
          </a:xfrm>
          <a:prstGeom prst="rect">
            <a:avLst/>
          </a:prstGeom>
          <a:noFill/>
        </p:spPr>
        <p:txBody>
          <a:bodyPr wrap="square">
            <a:spAutoFit/>
          </a:bodyPr>
          <a:lstStyle/>
          <a:p>
            <a:pPr algn="r"/>
            <a:r>
              <a:rPr sz="900" b="0">
                <a:solidFill>
                  <a:srgbClr val="D2CAC1"/>
                </a:solidFill>
                <a:latin typeface="Aptos"/>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320040" y="256032"/>
            <a:ext cx="10881360" cy="594360"/>
          </a:xfrm>
          <a:prstGeom prst="rect">
            <a:avLst/>
          </a:prstGeom>
          <a:noFill/>
        </p:spPr>
        <p:txBody>
          <a:bodyPr wrap="square">
            <a:spAutoFit/>
          </a:bodyPr>
          <a:lstStyle/>
          <a:p>
            <a:pPr algn="l"/>
            <a:r>
              <a:rPr sz="2800" b="1" dirty="0">
                <a:solidFill>
                  <a:srgbClr val="F5F2EB"/>
                </a:solidFill>
                <a:latin typeface="Aptos"/>
              </a:rPr>
              <a:t>5. Functional Requirements</a:t>
            </a:r>
          </a:p>
        </p:txBody>
      </p:sp>
      <p:sp>
        <p:nvSpPr>
          <p:cNvPr id="3" name="Rectangle 2"/>
          <p:cNvSpPr/>
          <p:nvPr/>
        </p:nvSpPr>
        <p:spPr>
          <a:xfrm>
            <a:off x="713232" y="1078992"/>
            <a:ext cx="1097280" cy="50292"/>
          </a:xfrm>
          <a:prstGeom prst="rect">
            <a:avLst/>
          </a:prstGeom>
          <a:solidFill>
            <a:srgbClr val="C59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13232" y="6446520"/>
            <a:ext cx="2194560" cy="201168"/>
          </a:xfrm>
          <a:prstGeom prst="rect">
            <a:avLst/>
          </a:prstGeom>
          <a:noFill/>
        </p:spPr>
        <p:txBody>
          <a:bodyPr wrap="square">
            <a:spAutoFit/>
          </a:bodyPr>
          <a:lstStyle/>
          <a:p>
            <a:pPr algn="l"/>
            <a:r>
              <a:rPr sz="900" b="1">
                <a:solidFill>
                  <a:srgbClr val="C59423"/>
                </a:solidFill>
                <a:latin typeface="Aptos"/>
              </a:rPr>
              <a:t>ADITYA UNIVERSITY</a:t>
            </a:r>
          </a:p>
        </p:txBody>
      </p:sp>
      <p:sp>
        <p:nvSpPr>
          <p:cNvPr id="6" name="TextBox 5"/>
          <p:cNvSpPr txBox="1"/>
          <p:nvPr/>
        </p:nvSpPr>
        <p:spPr>
          <a:xfrm>
            <a:off x="11201400" y="6446520"/>
            <a:ext cx="320040" cy="201168"/>
          </a:xfrm>
          <a:prstGeom prst="rect">
            <a:avLst/>
          </a:prstGeom>
          <a:noFill/>
        </p:spPr>
        <p:txBody>
          <a:bodyPr wrap="square">
            <a:spAutoFit/>
          </a:bodyPr>
          <a:lstStyle/>
          <a:p>
            <a:pPr algn="r"/>
            <a:r>
              <a:rPr sz="900" b="0">
                <a:solidFill>
                  <a:srgbClr val="D2CAC1"/>
                </a:solidFill>
                <a:latin typeface="Aptos"/>
              </a:rPr>
              <a:t>6</a:t>
            </a:r>
          </a:p>
        </p:txBody>
      </p:sp>
      <p:graphicFrame>
        <p:nvGraphicFramePr>
          <p:cNvPr id="8" name="TextBox 3">
            <a:extLst>
              <a:ext uri="{FF2B5EF4-FFF2-40B4-BE49-F238E27FC236}">
                <a16:creationId xmlns:a16="http://schemas.microsoft.com/office/drawing/2014/main" id="{179EBCFE-5A54-7DBC-5801-141B6485C6B7}"/>
              </a:ext>
            </a:extLst>
          </p:cNvPr>
          <p:cNvGraphicFramePr/>
          <p:nvPr/>
        </p:nvGraphicFramePr>
        <p:xfrm>
          <a:off x="868680" y="1737360"/>
          <a:ext cx="10424160" cy="44805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320040" y="256032"/>
            <a:ext cx="10881360" cy="594360"/>
          </a:xfrm>
          <a:prstGeom prst="rect">
            <a:avLst/>
          </a:prstGeom>
          <a:noFill/>
        </p:spPr>
        <p:txBody>
          <a:bodyPr wrap="square">
            <a:spAutoFit/>
          </a:bodyPr>
          <a:lstStyle/>
          <a:p>
            <a:pPr algn="l"/>
            <a:r>
              <a:rPr sz="2800" b="1" dirty="0">
                <a:solidFill>
                  <a:srgbClr val="F5F2EB"/>
                </a:solidFill>
                <a:latin typeface="Aptos"/>
              </a:rPr>
              <a:t>6. Non-Functional Requirements</a:t>
            </a:r>
          </a:p>
        </p:txBody>
      </p:sp>
      <p:sp>
        <p:nvSpPr>
          <p:cNvPr id="3" name="Rectangle 2"/>
          <p:cNvSpPr/>
          <p:nvPr/>
        </p:nvSpPr>
        <p:spPr>
          <a:xfrm>
            <a:off x="713232" y="1078992"/>
            <a:ext cx="1097280" cy="50292"/>
          </a:xfrm>
          <a:prstGeom prst="rect">
            <a:avLst/>
          </a:prstGeom>
          <a:solidFill>
            <a:srgbClr val="C59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13232" y="6446520"/>
            <a:ext cx="2194560" cy="201168"/>
          </a:xfrm>
          <a:prstGeom prst="rect">
            <a:avLst/>
          </a:prstGeom>
          <a:noFill/>
        </p:spPr>
        <p:txBody>
          <a:bodyPr wrap="square">
            <a:spAutoFit/>
          </a:bodyPr>
          <a:lstStyle/>
          <a:p>
            <a:pPr algn="l"/>
            <a:r>
              <a:rPr sz="900" b="1">
                <a:solidFill>
                  <a:srgbClr val="C59423"/>
                </a:solidFill>
                <a:latin typeface="Aptos"/>
              </a:rPr>
              <a:t>ADITYA UNIVERSITY</a:t>
            </a:r>
          </a:p>
        </p:txBody>
      </p:sp>
      <p:sp>
        <p:nvSpPr>
          <p:cNvPr id="6" name="TextBox 5"/>
          <p:cNvSpPr txBox="1"/>
          <p:nvPr/>
        </p:nvSpPr>
        <p:spPr>
          <a:xfrm>
            <a:off x="11201400" y="6446520"/>
            <a:ext cx="320040" cy="201168"/>
          </a:xfrm>
          <a:prstGeom prst="rect">
            <a:avLst/>
          </a:prstGeom>
          <a:noFill/>
        </p:spPr>
        <p:txBody>
          <a:bodyPr wrap="square">
            <a:spAutoFit/>
          </a:bodyPr>
          <a:lstStyle/>
          <a:p>
            <a:pPr algn="r"/>
            <a:r>
              <a:rPr sz="900" b="0">
                <a:solidFill>
                  <a:srgbClr val="D2CAC1"/>
                </a:solidFill>
                <a:latin typeface="Aptos"/>
              </a:rPr>
              <a:t>7</a:t>
            </a:r>
          </a:p>
        </p:txBody>
      </p:sp>
      <p:graphicFrame>
        <p:nvGraphicFramePr>
          <p:cNvPr id="8" name="TextBox 3">
            <a:extLst>
              <a:ext uri="{FF2B5EF4-FFF2-40B4-BE49-F238E27FC236}">
                <a16:creationId xmlns:a16="http://schemas.microsoft.com/office/drawing/2014/main" id="{C2C1CE87-D112-A045-1304-0EB6225308EC}"/>
              </a:ext>
            </a:extLst>
          </p:cNvPr>
          <p:cNvGraphicFramePr/>
          <p:nvPr/>
        </p:nvGraphicFramePr>
        <p:xfrm>
          <a:off x="868680" y="1737360"/>
          <a:ext cx="10424160" cy="44805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320040" y="263915"/>
            <a:ext cx="10881360" cy="594360"/>
          </a:xfrm>
          <a:prstGeom prst="rect">
            <a:avLst/>
          </a:prstGeom>
          <a:noFill/>
        </p:spPr>
        <p:txBody>
          <a:bodyPr wrap="square">
            <a:spAutoFit/>
          </a:bodyPr>
          <a:lstStyle/>
          <a:p>
            <a:pPr algn="l"/>
            <a:r>
              <a:rPr sz="2800" b="1" dirty="0">
                <a:solidFill>
                  <a:srgbClr val="F5F2EB"/>
                </a:solidFill>
                <a:latin typeface="Aptos"/>
              </a:rPr>
              <a:t>7. System Architecture</a:t>
            </a:r>
          </a:p>
        </p:txBody>
      </p:sp>
      <p:sp>
        <p:nvSpPr>
          <p:cNvPr id="3" name="Rectangle 2"/>
          <p:cNvSpPr/>
          <p:nvPr/>
        </p:nvSpPr>
        <p:spPr>
          <a:xfrm>
            <a:off x="478650" y="1015408"/>
            <a:ext cx="1097280" cy="50292"/>
          </a:xfrm>
          <a:prstGeom prst="rect">
            <a:avLst/>
          </a:prstGeom>
          <a:solidFill>
            <a:srgbClr val="C59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72461" y="1996861"/>
            <a:ext cx="2706523" cy="2240685"/>
          </a:xfrm>
          <a:prstGeom prst="roundRect">
            <a:avLst/>
          </a:prstGeom>
          <a:solidFill>
            <a:srgbClr val="121212"/>
          </a:solidFill>
          <a:ln>
            <a:solidFill>
              <a:srgbClr val="4141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05498" y="2170187"/>
            <a:ext cx="2340864" cy="369332"/>
          </a:xfrm>
          <a:prstGeom prst="rect">
            <a:avLst/>
          </a:prstGeom>
          <a:noFill/>
        </p:spPr>
        <p:txBody>
          <a:bodyPr wrap="square">
            <a:spAutoFit/>
          </a:bodyPr>
          <a:lstStyle/>
          <a:p>
            <a:pPr algn="l"/>
            <a:r>
              <a:rPr b="1" dirty="0">
                <a:solidFill>
                  <a:srgbClr val="C59423"/>
                </a:solidFill>
                <a:latin typeface="Aptos"/>
              </a:rPr>
              <a:t>CLIENT / UI</a:t>
            </a:r>
          </a:p>
        </p:txBody>
      </p:sp>
      <p:sp>
        <p:nvSpPr>
          <p:cNvPr id="6" name="TextBox 5"/>
          <p:cNvSpPr txBox="1"/>
          <p:nvPr/>
        </p:nvSpPr>
        <p:spPr>
          <a:xfrm>
            <a:off x="405498" y="2634480"/>
            <a:ext cx="2340864" cy="1323439"/>
          </a:xfrm>
          <a:prstGeom prst="rect">
            <a:avLst/>
          </a:prstGeom>
          <a:noFill/>
        </p:spPr>
        <p:txBody>
          <a:bodyPr wrap="square">
            <a:spAutoFit/>
          </a:bodyPr>
          <a:lstStyle/>
          <a:p>
            <a:pPr algn="l"/>
            <a:r>
              <a:rPr sz="2000" b="0" dirty="0">
                <a:solidFill>
                  <a:srgbClr val="F5F2EB"/>
                </a:solidFill>
                <a:latin typeface="Aptos"/>
              </a:rPr>
              <a:t>Customer &amp; staff screens
Login, account and transaction forms</a:t>
            </a:r>
          </a:p>
        </p:txBody>
      </p:sp>
      <p:sp>
        <p:nvSpPr>
          <p:cNvPr id="7" name="TextBox 6"/>
          <p:cNvSpPr txBox="1"/>
          <p:nvPr/>
        </p:nvSpPr>
        <p:spPr>
          <a:xfrm>
            <a:off x="3028364" y="2170394"/>
            <a:ext cx="457200" cy="457200"/>
          </a:xfrm>
          <a:prstGeom prst="rect">
            <a:avLst/>
          </a:prstGeom>
          <a:noFill/>
        </p:spPr>
        <p:txBody>
          <a:bodyPr wrap="square">
            <a:spAutoFit/>
          </a:bodyPr>
          <a:lstStyle/>
          <a:p>
            <a:pPr algn="ctr"/>
            <a:r>
              <a:rPr sz="2800" b="1" dirty="0">
                <a:solidFill>
                  <a:srgbClr val="C59423"/>
                </a:solidFill>
                <a:latin typeface="Aptos"/>
              </a:rPr>
              <a:t>→</a:t>
            </a:r>
          </a:p>
        </p:txBody>
      </p:sp>
      <p:sp>
        <p:nvSpPr>
          <p:cNvPr id="8" name="Rounded Rectangle 7"/>
          <p:cNvSpPr/>
          <p:nvPr/>
        </p:nvSpPr>
        <p:spPr>
          <a:xfrm>
            <a:off x="3364992" y="1962762"/>
            <a:ext cx="2886971" cy="2338994"/>
          </a:xfrm>
          <a:prstGeom prst="roundRect">
            <a:avLst/>
          </a:prstGeom>
          <a:solidFill>
            <a:srgbClr val="121212"/>
          </a:solidFill>
          <a:ln>
            <a:solidFill>
              <a:srgbClr val="4141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606112" y="2158405"/>
            <a:ext cx="2340864" cy="369332"/>
          </a:xfrm>
          <a:prstGeom prst="rect">
            <a:avLst/>
          </a:prstGeom>
          <a:noFill/>
        </p:spPr>
        <p:txBody>
          <a:bodyPr wrap="square">
            <a:spAutoFit/>
          </a:bodyPr>
          <a:lstStyle/>
          <a:p>
            <a:pPr algn="l"/>
            <a:r>
              <a:rPr b="1" dirty="0">
                <a:solidFill>
                  <a:srgbClr val="C59423"/>
                </a:solidFill>
                <a:latin typeface="Aptos"/>
              </a:rPr>
              <a:t>APPLICATION LAYER</a:t>
            </a:r>
          </a:p>
        </p:txBody>
      </p:sp>
      <p:sp>
        <p:nvSpPr>
          <p:cNvPr id="10" name="TextBox 9"/>
          <p:cNvSpPr txBox="1"/>
          <p:nvPr/>
        </p:nvSpPr>
        <p:spPr>
          <a:xfrm>
            <a:off x="3545187" y="2613339"/>
            <a:ext cx="2340864" cy="1323439"/>
          </a:xfrm>
          <a:prstGeom prst="rect">
            <a:avLst/>
          </a:prstGeom>
          <a:noFill/>
        </p:spPr>
        <p:txBody>
          <a:bodyPr wrap="square">
            <a:spAutoFit/>
          </a:bodyPr>
          <a:lstStyle/>
          <a:p>
            <a:pPr algn="l"/>
            <a:r>
              <a:rPr sz="2000" b="0" dirty="0">
                <a:solidFill>
                  <a:srgbClr val="F5F2EB"/>
                </a:solidFill>
                <a:latin typeface="Aptos"/>
              </a:rPr>
              <a:t>Authentication
Business rules
Transaction processing</a:t>
            </a:r>
          </a:p>
        </p:txBody>
      </p:sp>
      <p:sp>
        <p:nvSpPr>
          <p:cNvPr id="11" name="TextBox 10"/>
          <p:cNvSpPr txBox="1"/>
          <p:nvPr/>
        </p:nvSpPr>
        <p:spPr>
          <a:xfrm>
            <a:off x="6343251" y="2170394"/>
            <a:ext cx="457200" cy="457200"/>
          </a:xfrm>
          <a:prstGeom prst="rect">
            <a:avLst/>
          </a:prstGeom>
          <a:noFill/>
        </p:spPr>
        <p:txBody>
          <a:bodyPr wrap="square">
            <a:spAutoFit/>
          </a:bodyPr>
          <a:lstStyle/>
          <a:p>
            <a:pPr algn="ctr"/>
            <a:r>
              <a:rPr sz="2800" b="1" dirty="0">
                <a:solidFill>
                  <a:srgbClr val="C59423"/>
                </a:solidFill>
                <a:latin typeface="Aptos"/>
              </a:rPr>
              <a:t>→</a:t>
            </a:r>
          </a:p>
        </p:txBody>
      </p:sp>
      <p:sp>
        <p:nvSpPr>
          <p:cNvPr id="12" name="Rounded Rectangle 11"/>
          <p:cNvSpPr/>
          <p:nvPr/>
        </p:nvSpPr>
        <p:spPr>
          <a:xfrm>
            <a:off x="6800451" y="1962762"/>
            <a:ext cx="2270761" cy="2338994"/>
          </a:xfrm>
          <a:prstGeom prst="roundRect">
            <a:avLst/>
          </a:prstGeom>
          <a:solidFill>
            <a:srgbClr val="121212"/>
          </a:solidFill>
          <a:ln>
            <a:solidFill>
              <a:srgbClr val="4141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004593" y="2170394"/>
            <a:ext cx="2340864" cy="400110"/>
          </a:xfrm>
          <a:prstGeom prst="rect">
            <a:avLst/>
          </a:prstGeom>
          <a:noFill/>
        </p:spPr>
        <p:txBody>
          <a:bodyPr wrap="square">
            <a:spAutoFit/>
          </a:bodyPr>
          <a:lstStyle/>
          <a:p>
            <a:pPr algn="l"/>
            <a:r>
              <a:rPr sz="2000" b="1" dirty="0">
                <a:solidFill>
                  <a:srgbClr val="C59423"/>
                </a:solidFill>
                <a:latin typeface="Aptos"/>
              </a:rPr>
              <a:t>DBMS</a:t>
            </a:r>
          </a:p>
        </p:txBody>
      </p:sp>
      <p:sp>
        <p:nvSpPr>
          <p:cNvPr id="14" name="TextBox 13"/>
          <p:cNvSpPr txBox="1"/>
          <p:nvPr/>
        </p:nvSpPr>
        <p:spPr>
          <a:xfrm>
            <a:off x="7004593" y="2618482"/>
            <a:ext cx="2340864" cy="1323439"/>
          </a:xfrm>
          <a:prstGeom prst="rect">
            <a:avLst/>
          </a:prstGeom>
          <a:noFill/>
        </p:spPr>
        <p:txBody>
          <a:bodyPr wrap="square">
            <a:spAutoFit/>
          </a:bodyPr>
          <a:lstStyle/>
          <a:p>
            <a:pPr algn="l"/>
            <a:r>
              <a:rPr sz="2000" b="0" dirty="0">
                <a:solidFill>
                  <a:srgbClr val="F5F2EB"/>
                </a:solidFill>
                <a:latin typeface="Aptos"/>
              </a:rPr>
              <a:t>SQL queries
Constraints
Transactions
Security</a:t>
            </a:r>
          </a:p>
        </p:txBody>
      </p:sp>
      <p:sp>
        <p:nvSpPr>
          <p:cNvPr id="15" name="TextBox 14"/>
          <p:cNvSpPr txBox="1"/>
          <p:nvPr/>
        </p:nvSpPr>
        <p:spPr>
          <a:xfrm>
            <a:off x="9162501" y="2143945"/>
            <a:ext cx="457200" cy="457200"/>
          </a:xfrm>
          <a:prstGeom prst="rect">
            <a:avLst/>
          </a:prstGeom>
          <a:noFill/>
        </p:spPr>
        <p:txBody>
          <a:bodyPr wrap="square">
            <a:spAutoFit/>
          </a:bodyPr>
          <a:lstStyle/>
          <a:p>
            <a:pPr algn="ctr"/>
            <a:r>
              <a:rPr sz="2800" b="1" dirty="0">
                <a:solidFill>
                  <a:srgbClr val="C59423"/>
                </a:solidFill>
                <a:latin typeface="Aptos"/>
              </a:rPr>
              <a:t>→</a:t>
            </a:r>
          </a:p>
        </p:txBody>
      </p:sp>
      <p:sp>
        <p:nvSpPr>
          <p:cNvPr id="16" name="Rounded Rectangle 15"/>
          <p:cNvSpPr/>
          <p:nvPr/>
        </p:nvSpPr>
        <p:spPr>
          <a:xfrm>
            <a:off x="9861645" y="1962762"/>
            <a:ext cx="2157894" cy="2353615"/>
          </a:xfrm>
          <a:prstGeom prst="roundRect">
            <a:avLst/>
          </a:prstGeom>
          <a:solidFill>
            <a:srgbClr val="121212"/>
          </a:solidFill>
          <a:ln>
            <a:solidFill>
              <a:srgbClr val="4141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0017048" y="2170187"/>
            <a:ext cx="923544" cy="461665"/>
          </a:xfrm>
          <a:prstGeom prst="rect">
            <a:avLst/>
          </a:prstGeom>
          <a:noFill/>
        </p:spPr>
        <p:txBody>
          <a:bodyPr wrap="square">
            <a:spAutoFit/>
          </a:bodyPr>
          <a:lstStyle/>
          <a:p>
            <a:pPr algn="l"/>
            <a:r>
              <a:rPr sz="2400" b="1" dirty="0">
                <a:solidFill>
                  <a:srgbClr val="C59423"/>
                </a:solidFill>
                <a:latin typeface="Aptos"/>
              </a:rPr>
              <a:t>DB</a:t>
            </a:r>
          </a:p>
        </p:txBody>
      </p:sp>
      <p:sp>
        <p:nvSpPr>
          <p:cNvPr id="18" name="TextBox 17"/>
          <p:cNvSpPr txBox="1"/>
          <p:nvPr/>
        </p:nvSpPr>
        <p:spPr>
          <a:xfrm>
            <a:off x="9861645" y="2627470"/>
            <a:ext cx="2013980" cy="1200329"/>
          </a:xfrm>
          <a:prstGeom prst="rect">
            <a:avLst/>
          </a:prstGeom>
          <a:noFill/>
        </p:spPr>
        <p:txBody>
          <a:bodyPr wrap="square">
            <a:spAutoFit/>
          </a:bodyPr>
          <a:lstStyle/>
          <a:p>
            <a:pPr algn="l"/>
            <a:r>
              <a:rPr sz="2400" b="0" dirty="0">
                <a:solidFill>
                  <a:srgbClr val="F5F2EB"/>
                </a:solidFill>
                <a:latin typeface="Aptos"/>
              </a:rPr>
              <a:t>C</a:t>
            </a:r>
            <a:r>
              <a:rPr lang="en-US" sz="2400" b="0" dirty="0">
                <a:solidFill>
                  <a:srgbClr val="F5F2EB"/>
                </a:solidFill>
                <a:latin typeface="Aptos"/>
              </a:rPr>
              <a:t>ustomers</a:t>
            </a:r>
          </a:p>
          <a:p>
            <a:pPr algn="l"/>
            <a:r>
              <a:rPr lang="en-US" sz="2400" dirty="0">
                <a:solidFill>
                  <a:srgbClr val="F5F2EB"/>
                </a:solidFill>
                <a:latin typeface="Aptos"/>
              </a:rPr>
              <a:t>Accounts and</a:t>
            </a:r>
          </a:p>
          <a:p>
            <a:pPr algn="l"/>
            <a:r>
              <a:rPr lang="en-US" sz="2400" b="0" dirty="0">
                <a:solidFill>
                  <a:srgbClr val="F5F2EB"/>
                </a:solidFill>
                <a:latin typeface="Aptos"/>
              </a:rPr>
              <a:t>Transactions </a:t>
            </a:r>
            <a:endParaRPr sz="2400" b="0" dirty="0">
              <a:solidFill>
                <a:srgbClr val="F5F2EB"/>
              </a:solidFill>
              <a:latin typeface="Aptos"/>
            </a:endParaRPr>
          </a:p>
        </p:txBody>
      </p:sp>
      <p:sp>
        <p:nvSpPr>
          <p:cNvPr id="19" name="TextBox 18"/>
          <p:cNvSpPr txBox="1"/>
          <p:nvPr/>
        </p:nvSpPr>
        <p:spPr>
          <a:xfrm>
            <a:off x="1405491" y="4948011"/>
            <a:ext cx="9875520" cy="830997"/>
          </a:xfrm>
          <a:prstGeom prst="rect">
            <a:avLst/>
          </a:prstGeom>
          <a:noFill/>
        </p:spPr>
        <p:txBody>
          <a:bodyPr wrap="square">
            <a:spAutoFit/>
          </a:bodyPr>
          <a:lstStyle/>
          <a:p>
            <a:pPr algn="l"/>
            <a:r>
              <a:rPr sz="2400" b="0" dirty="0">
                <a:solidFill>
                  <a:srgbClr val="D2CAC1"/>
                </a:solidFill>
                <a:latin typeface="Aptos"/>
              </a:rPr>
              <a:t>Users interact through the application; the DBMS stores and protects the persistent data.</a:t>
            </a:r>
          </a:p>
        </p:txBody>
      </p:sp>
      <p:sp>
        <p:nvSpPr>
          <p:cNvPr id="20" name="TextBox 19"/>
          <p:cNvSpPr txBox="1"/>
          <p:nvPr/>
        </p:nvSpPr>
        <p:spPr>
          <a:xfrm>
            <a:off x="713232" y="6446520"/>
            <a:ext cx="2194560" cy="201168"/>
          </a:xfrm>
          <a:prstGeom prst="rect">
            <a:avLst/>
          </a:prstGeom>
          <a:noFill/>
        </p:spPr>
        <p:txBody>
          <a:bodyPr wrap="square">
            <a:spAutoFit/>
          </a:bodyPr>
          <a:lstStyle/>
          <a:p>
            <a:pPr algn="l"/>
            <a:r>
              <a:rPr sz="900" b="1">
                <a:solidFill>
                  <a:srgbClr val="C59423"/>
                </a:solidFill>
                <a:latin typeface="Aptos"/>
              </a:rPr>
              <a:t>ADITYA UNIVERSITY</a:t>
            </a:r>
          </a:p>
        </p:txBody>
      </p:sp>
      <p:sp>
        <p:nvSpPr>
          <p:cNvPr id="21" name="TextBox 20"/>
          <p:cNvSpPr txBox="1"/>
          <p:nvPr/>
        </p:nvSpPr>
        <p:spPr>
          <a:xfrm>
            <a:off x="11201400" y="6446520"/>
            <a:ext cx="320040" cy="201168"/>
          </a:xfrm>
          <a:prstGeom prst="rect">
            <a:avLst/>
          </a:prstGeom>
          <a:noFill/>
        </p:spPr>
        <p:txBody>
          <a:bodyPr wrap="square">
            <a:spAutoFit/>
          </a:bodyPr>
          <a:lstStyle/>
          <a:p>
            <a:pPr algn="r"/>
            <a:r>
              <a:rPr sz="900" b="0">
                <a:solidFill>
                  <a:srgbClr val="D2CAC1"/>
                </a:solidFill>
                <a:latin typeface="Aptos"/>
              </a:rP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411480" y="256032"/>
            <a:ext cx="10515600" cy="594360"/>
          </a:xfrm>
          <a:prstGeom prst="rect">
            <a:avLst/>
          </a:prstGeom>
          <a:noFill/>
        </p:spPr>
        <p:txBody>
          <a:bodyPr wrap="square" anchor="t">
            <a:spAutoFit/>
          </a:bodyPr>
          <a:lstStyle/>
          <a:p>
            <a:pPr algn="l">
              <a:spcAft>
                <a:spcPts val="600"/>
              </a:spcAft>
            </a:pPr>
            <a:r>
              <a:rPr sz="2800" b="1">
                <a:solidFill>
                  <a:srgbClr val="F5F2EB"/>
                </a:solidFill>
                <a:latin typeface="Aptos"/>
              </a:rPr>
              <a:t>Entities, Keys, Relationships and Justification</a:t>
            </a:r>
          </a:p>
        </p:txBody>
      </p:sp>
      <p:sp>
        <p:nvSpPr>
          <p:cNvPr id="3" name="Rectangle 2"/>
          <p:cNvSpPr/>
          <p:nvPr/>
        </p:nvSpPr>
        <p:spPr>
          <a:xfrm>
            <a:off x="713232" y="1078992"/>
            <a:ext cx="1097280" cy="50292"/>
          </a:xfrm>
          <a:prstGeom prst="rect">
            <a:avLst/>
          </a:prstGeom>
          <a:solidFill>
            <a:srgbClr val="C594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13232" y="6446520"/>
            <a:ext cx="2743200" cy="274320"/>
          </a:xfrm>
          <a:prstGeom prst="rect">
            <a:avLst/>
          </a:prstGeom>
          <a:noFill/>
        </p:spPr>
        <p:txBody>
          <a:bodyPr wrap="square" anchor="t">
            <a:spAutoFit/>
          </a:bodyPr>
          <a:lstStyle/>
          <a:p>
            <a:pPr algn="l">
              <a:spcAft>
                <a:spcPts val="600"/>
              </a:spcAft>
            </a:pPr>
            <a:r>
              <a:rPr sz="900" b="1">
                <a:solidFill>
                  <a:srgbClr val="C59423"/>
                </a:solidFill>
                <a:latin typeface="Aptos"/>
              </a:rPr>
              <a:t>ADITYA UNIVERSITY</a:t>
            </a:r>
          </a:p>
        </p:txBody>
      </p:sp>
      <p:sp>
        <p:nvSpPr>
          <p:cNvPr id="5" name="TextBox 4"/>
          <p:cNvSpPr txBox="1"/>
          <p:nvPr/>
        </p:nvSpPr>
        <p:spPr>
          <a:xfrm>
            <a:off x="11201400" y="6446520"/>
            <a:ext cx="457200" cy="274320"/>
          </a:xfrm>
          <a:prstGeom prst="rect">
            <a:avLst/>
          </a:prstGeom>
          <a:noFill/>
        </p:spPr>
        <p:txBody>
          <a:bodyPr wrap="square" anchor="t">
            <a:spAutoFit/>
          </a:bodyPr>
          <a:lstStyle/>
          <a:p>
            <a:pPr algn="l">
              <a:spcAft>
                <a:spcPts val="600"/>
              </a:spcAft>
            </a:pPr>
            <a:r>
              <a:rPr sz="900" b="0">
                <a:solidFill>
                  <a:srgbClr val="F5F2EB"/>
                </a:solidFill>
                <a:latin typeface="Aptos"/>
              </a:rPr>
              <a:t>11</a:t>
            </a:r>
          </a:p>
        </p:txBody>
      </p:sp>
      <p:graphicFrame>
        <p:nvGraphicFramePr>
          <p:cNvPr id="6" name="Table 5"/>
          <p:cNvGraphicFramePr>
            <a:graphicFrameLocks noGrp="1"/>
          </p:cNvGraphicFramePr>
          <p:nvPr>
            <p:extLst>
              <p:ext uri="{D42A27DB-BD31-4B8C-83A1-F6EECF244321}">
                <p14:modId xmlns:p14="http://schemas.microsoft.com/office/powerpoint/2010/main" val="1667612893"/>
              </p:ext>
            </p:extLst>
          </p:nvPr>
        </p:nvGraphicFramePr>
        <p:xfrm>
          <a:off x="411480" y="1325880"/>
          <a:ext cx="4571999" cy="4480560"/>
        </p:xfrm>
        <a:graphic>
          <a:graphicData uri="http://schemas.openxmlformats.org/drawingml/2006/table">
            <a:tbl>
              <a:tblPr>
                <a:tableStyleId>{5C22544A-7EE6-4342-B048-85BDC9FD1C3A}</a:tableStyleId>
              </a:tblPr>
              <a:tblGrid>
                <a:gridCol w="141732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874519">
                  <a:extLst>
                    <a:ext uri="{9D8B030D-6E8A-4147-A177-3AD203B41FA5}">
                      <a16:colId xmlns:a16="http://schemas.microsoft.com/office/drawing/2014/main" val="20002"/>
                    </a:ext>
                  </a:extLst>
                </a:gridCol>
              </a:tblGrid>
              <a:tr h="365760">
                <a:tc>
                  <a:txBody>
                    <a:bodyPr/>
                    <a:lstStyle/>
                    <a:p>
                      <a:r>
                        <a:rPr sz="1400" b="1" dirty="0">
                          <a:solidFill>
                            <a:schemeClr val="accent6">
                              <a:lumMod val="40000"/>
                              <a:lumOff val="60000"/>
                            </a:schemeClr>
                          </a:solidFill>
                          <a:latin typeface="Aptos"/>
                        </a:rPr>
                        <a:t>Entity</a:t>
                      </a:r>
                    </a:p>
                  </a:txBody>
                  <a:tcPr marL="64008" marR="64008" marT="18288" marB="18288" anchor="ctr">
                    <a:solidFill>
                      <a:srgbClr val="2A2210"/>
                    </a:solidFill>
                  </a:tcPr>
                </a:tc>
                <a:tc>
                  <a:txBody>
                    <a:bodyPr/>
                    <a:lstStyle/>
                    <a:p>
                      <a:r>
                        <a:rPr sz="1400" b="1" dirty="0">
                          <a:solidFill>
                            <a:schemeClr val="accent6">
                              <a:lumMod val="40000"/>
                              <a:lumOff val="60000"/>
                            </a:schemeClr>
                          </a:solidFill>
                          <a:latin typeface="Aptos"/>
                        </a:rPr>
                        <a:t>Primary Key</a:t>
                      </a:r>
                    </a:p>
                  </a:txBody>
                  <a:tcPr marL="64008" marR="64008" marT="18288" marB="18288" anchor="ctr">
                    <a:solidFill>
                      <a:srgbClr val="2A2210"/>
                    </a:solidFill>
                  </a:tcPr>
                </a:tc>
                <a:tc>
                  <a:txBody>
                    <a:bodyPr/>
                    <a:lstStyle/>
                    <a:p>
                      <a:r>
                        <a:rPr sz="1400" b="1" dirty="0">
                          <a:solidFill>
                            <a:schemeClr val="accent6">
                              <a:lumMod val="40000"/>
                              <a:lumOff val="60000"/>
                            </a:schemeClr>
                          </a:solidFill>
                          <a:latin typeface="Aptos"/>
                        </a:rPr>
                        <a:t>Foreign Key</a:t>
                      </a:r>
                    </a:p>
                  </a:txBody>
                  <a:tcPr marL="64008" marR="64008" marT="18288" marB="18288" anchor="ctr">
                    <a:solidFill>
                      <a:srgbClr val="2A2210"/>
                    </a:solidFill>
                  </a:tcPr>
                </a:tc>
                <a:extLst>
                  <a:ext uri="{0D108BD9-81ED-4DB2-BD59-A6C34878D82A}">
                    <a16:rowId xmlns:a16="http://schemas.microsoft.com/office/drawing/2014/main" val="10000"/>
                  </a:ext>
                </a:extLst>
              </a:tr>
              <a:tr h="457200">
                <a:tc>
                  <a:txBody>
                    <a:bodyPr/>
                    <a:lstStyle/>
                    <a:p>
                      <a:r>
                        <a:rPr sz="1100" b="1">
                          <a:solidFill>
                            <a:srgbClr val="C59423"/>
                          </a:solidFill>
                          <a:latin typeface="Aptos"/>
                        </a:rPr>
                        <a:t>Bank</a:t>
                      </a:r>
                    </a:p>
                  </a:txBody>
                  <a:tcPr marL="64008" marR="64008" marT="18288" marB="18288" anchor="ctr">
                    <a:solidFill>
                      <a:srgbClr val="1C1C1C"/>
                    </a:solidFill>
                  </a:tcPr>
                </a:tc>
                <a:tc>
                  <a:txBody>
                    <a:bodyPr/>
                    <a:lstStyle/>
                    <a:p>
                      <a:r>
                        <a:rPr sz="1100" b="0">
                          <a:solidFill>
                            <a:srgbClr val="F5F2EB"/>
                          </a:solidFill>
                          <a:latin typeface="Aptos"/>
                        </a:rPr>
                        <a:t>Bank_ID</a:t>
                      </a:r>
                    </a:p>
                  </a:txBody>
                  <a:tcPr marL="64008" marR="64008" marT="18288" marB="18288" anchor="ctr">
                    <a:solidFill>
                      <a:srgbClr val="1C1C1C"/>
                    </a:solidFill>
                  </a:tcPr>
                </a:tc>
                <a:tc>
                  <a:txBody>
                    <a:bodyPr/>
                    <a:lstStyle/>
                    <a:p>
                      <a:r>
                        <a:rPr sz="1100" b="0">
                          <a:solidFill>
                            <a:srgbClr val="F5F2EB"/>
                          </a:solidFill>
                          <a:latin typeface="Aptos"/>
                        </a:rPr>
                        <a:t>—</a:t>
                      </a:r>
                    </a:p>
                  </a:txBody>
                  <a:tcPr marL="64008" marR="64008" marT="18288" marB="18288" anchor="ctr">
                    <a:solidFill>
                      <a:srgbClr val="1C1C1C"/>
                    </a:solidFill>
                  </a:tcPr>
                </a:tc>
                <a:extLst>
                  <a:ext uri="{0D108BD9-81ED-4DB2-BD59-A6C34878D82A}">
                    <a16:rowId xmlns:a16="http://schemas.microsoft.com/office/drawing/2014/main" val="10001"/>
                  </a:ext>
                </a:extLst>
              </a:tr>
              <a:tr h="457200">
                <a:tc>
                  <a:txBody>
                    <a:bodyPr/>
                    <a:lstStyle/>
                    <a:p>
                      <a:r>
                        <a:rPr sz="1100" b="1">
                          <a:solidFill>
                            <a:srgbClr val="C59423"/>
                          </a:solidFill>
                          <a:latin typeface="Aptos"/>
                        </a:rPr>
                        <a:t>Branch</a:t>
                      </a:r>
                    </a:p>
                  </a:txBody>
                  <a:tcPr marL="64008" marR="64008" marT="18288" marB="18288" anchor="ctr">
                    <a:solidFill>
                      <a:srgbClr val="1C1C1C"/>
                    </a:solidFill>
                  </a:tcPr>
                </a:tc>
                <a:tc>
                  <a:txBody>
                    <a:bodyPr/>
                    <a:lstStyle/>
                    <a:p>
                      <a:r>
                        <a:rPr sz="1100" b="0">
                          <a:solidFill>
                            <a:srgbClr val="F5F2EB"/>
                          </a:solidFill>
                          <a:latin typeface="Aptos"/>
                        </a:rPr>
                        <a:t>Branch_ID</a:t>
                      </a:r>
                    </a:p>
                  </a:txBody>
                  <a:tcPr marL="64008" marR="64008" marT="18288" marB="18288" anchor="ctr">
                    <a:solidFill>
                      <a:srgbClr val="1C1C1C"/>
                    </a:solidFill>
                  </a:tcPr>
                </a:tc>
                <a:tc>
                  <a:txBody>
                    <a:bodyPr/>
                    <a:lstStyle/>
                    <a:p>
                      <a:r>
                        <a:rPr sz="1100" b="0">
                          <a:solidFill>
                            <a:srgbClr val="F5F2EB"/>
                          </a:solidFill>
                          <a:latin typeface="Aptos"/>
                        </a:rPr>
                        <a:t>Bank_ID</a:t>
                      </a:r>
                    </a:p>
                  </a:txBody>
                  <a:tcPr marL="64008" marR="64008" marT="18288" marB="18288" anchor="ctr">
                    <a:solidFill>
                      <a:srgbClr val="1C1C1C"/>
                    </a:solidFill>
                  </a:tcPr>
                </a:tc>
                <a:extLst>
                  <a:ext uri="{0D108BD9-81ED-4DB2-BD59-A6C34878D82A}">
                    <a16:rowId xmlns:a16="http://schemas.microsoft.com/office/drawing/2014/main" val="10002"/>
                  </a:ext>
                </a:extLst>
              </a:tr>
              <a:tr h="457200">
                <a:tc>
                  <a:txBody>
                    <a:bodyPr/>
                    <a:lstStyle/>
                    <a:p>
                      <a:r>
                        <a:rPr sz="1100" b="1">
                          <a:solidFill>
                            <a:srgbClr val="C59423"/>
                          </a:solidFill>
                          <a:latin typeface="Aptos"/>
                        </a:rPr>
                        <a:t>Employee</a:t>
                      </a:r>
                    </a:p>
                  </a:txBody>
                  <a:tcPr marL="64008" marR="64008" marT="18288" marB="18288" anchor="ctr">
                    <a:solidFill>
                      <a:srgbClr val="1C1C1C"/>
                    </a:solidFill>
                  </a:tcPr>
                </a:tc>
                <a:tc>
                  <a:txBody>
                    <a:bodyPr/>
                    <a:lstStyle/>
                    <a:p>
                      <a:r>
                        <a:rPr sz="1100" b="0">
                          <a:solidFill>
                            <a:srgbClr val="F5F2EB"/>
                          </a:solidFill>
                          <a:latin typeface="Aptos"/>
                        </a:rPr>
                        <a:t>Employee_ID</a:t>
                      </a:r>
                    </a:p>
                  </a:txBody>
                  <a:tcPr marL="64008" marR="64008" marT="18288" marB="18288" anchor="ctr">
                    <a:solidFill>
                      <a:srgbClr val="1C1C1C"/>
                    </a:solidFill>
                  </a:tcPr>
                </a:tc>
                <a:tc>
                  <a:txBody>
                    <a:bodyPr/>
                    <a:lstStyle/>
                    <a:p>
                      <a:r>
                        <a:rPr sz="1100" b="0">
                          <a:solidFill>
                            <a:srgbClr val="F5F2EB"/>
                          </a:solidFill>
                          <a:latin typeface="Aptos"/>
                        </a:rPr>
                        <a:t>Branch_ID</a:t>
                      </a:r>
                    </a:p>
                  </a:txBody>
                  <a:tcPr marL="64008" marR="64008" marT="18288" marB="18288" anchor="ctr">
                    <a:solidFill>
                      <a:srgbClr val="1C1C1C"/>
                    </a:solidFill>
                  </a:tcPr>
                </a:tc>
                <a:extLst>
                  <a:ext uri="{0D108BD9-81ED-4DB2-BD59-A6C34878D82A}">
                    <a16:rowId xmlns:a16="http://schemas.microsoft.com/office/drawing/2014/main" val="10003"/>
                  </a:ext>
                </a:extLst>
              </a:tr>
              <a:tr h="457200">
                <a:tc>
                  <a:txBody>
                    <a:bodyPr/>
                    <a:lstStyle/>
                    <a:p>
                      <a:r>
                        <a:rPr sz="1100" b="1">
                          <a:solidFill>
                            <a:srgbClr val="C59423"/>
                          </a:solidFill>
                          <a:latin typeface="Aptos"/>
                        </a:rPr>
                        <a:t>Customer</a:t>
                      </a:r>
                    </a:p>
                  </a:txBody>
                  <a:tcPr marL="64008" marR="64008" marT="18288" marB="18288" anchor="ctr">
                    <a:solidFill>
                      <a:srgbClr val="1C1C1C"/>
                    </a:solidFill>
                  </a:tcPr>
                </a:tc>
                <a:tc>
                  <a:txBody>
                    <a:bodyPr/>
                    <a:lstStyle/>
                    <a:p>
                      <a:r>
                        <a:rPr sz="1100" b="0">
                          <a:solidFill>
                            <a:srgbClr val="F5F2EB"/>
                          </a:solidFill>
                          <a:latin typeface="Aptos"/>
                        </a:rPr>
                        <a:t>Customer_ID</a:t>
                      </a:r>
                    </a:p>
                  </a:txBody>
                  <a:tcPr marL="64008" marR="64008" marT="18288" marB="18288" anchor="ctr">
                    <a:solidFill>
                      <a:srgbClr val="1C1C1C"/>
                    </a:solidFill>
                  </a:tcPr>
                </a:tc>
                <a:tc>
                  <a:txBody>
                    <a:bodyPr/>
                    <a:lstStyle/>
                    <a:p>
                      <a:r>
                        <a:rPr sz="1100" b="0">
                          <a:solidFill>
                            <a:srgbClr val="F5F2EB"/>
                          </a:solidFill>
                          <a:latin typeface="Aptos"/>
                        </a:rPr>
                        <a:t>—</a:t>
                      </a:r>
                    </a:p>
                  </a:txBody>
                  <a:tcPr marL="64008" marR="64008" marT="18288" marB="18288" anchor="ctr">
                    <a:solidFill>
                      <a:srgbClr val="1C1C1C"/>
                    </a:solidFill>
                  </a:tcPr>
                </a:tc>
                <a:extLst>
                  <a:ext uri="{0D108BD9-81ED-4DB2-BD59-A6C34878D82A}">
                    <a16:rowId xmlns:a16="http://schemas.microsoft.com/office/drawing/2014/main" val="10004"/>
                  </a:ext>
                </a:extLst>
              </a:tr>
              <a:tr h="457200">
                <a:tc>
                  <a:txBody>
                    <a:bodyPr/>
                    <a:lstStyle/>
                    <a:p>
                      <a:r>
                        <a:rPr sz="1100" b="1">
                          <a:solidFill>
                            <a:srgbClr val="C59423"/>
                          </a:solidFill>
                          <a:latin typeface="Aptos"/>
                        </a:rPr>
                        <a:t>Account</a:t>
                      </a:r>
                    </a:p>
                  </a:txBody>
                  <a:tcPr marL="64008" marR="64008" marT="18288" marB="18288" anchor="ctr">
                    <a:solidFill>
                      <a:srgbClr val="1C1C1C"/>
                    </a:solidFill>
                  </a:tcPr>
                </a:tc>
                <a:tc>
                  <a:txBody>
                    <a:bodyPr/>
                    <a:lstStyle/>
                    <a:p>
                      <a:r>
                        <a:rPr sz="1100" b="0">
                          <a:solidFill>
                            <a:srgbClr val="F5F2EB"/>
                          </a:solidFill>
                          <a:latin typeface="Aptos"/>
                        </a:rPr>
                        <a:t>Account_ID</a:t>
                      </a:r>
                    </a:p>
                  </a:txBody>
                  <a:tcPr marL="64008" marR="64008" marT="18288" marB="18288" anchor="ctr">
                    <a:solidFill>
                      <a:srgbClr val="1C1C1C"/>
                    </a:solidFill>
                  </a:tcPr>
                </a:tc>
                <a:tc>
                  <a:txBody>
                    <a:bodyPr/>
                    <a:lstStyle/>
                    <a:p>
                      <a:r>
                        <a:rPr sz="1100" b="0">
                          <a:solidFill>
                            <a:srgbClr val="F5F2EB"/>
                          </a:solidFill>
                          <a:latin typeface="Aptos"/>
                        </a:rPr>
                        <a:t>Customer_ID, Branch_ID</a:t>
                      </a:r>
                    </a:p>
                  </a:txBody>
                  <a:tcPr marL="64008" marR="64008" marT="18288" marB="18288" anchor="ctr">
                    <a:solidFill>
                      <a:srgbClr val="1C1C1C"/>
                    </a:solidFill>
                  </a:tcPr>
                </a:tc>
                <a:extLst>
                  <a:ext uri="{0D108BD9-81ED-4DB2-BD59-A6C34878D82A}">
                    <a16:rowId xmlns:a16="http://schemas.microsoft.com/office/drawing/2014/main" val="10005"/>
                  </a:ext>
                </a:extLst>
              </a:tr>
              <a:tr h="457200">
                <a:tc>
                  <a:txBody>
                    <a:bodyPr/>
                    <a:lstStyle/>
                    <a:p>
                      <a:r>
                        <a:rPr sz="1100" b="1">
                          <a:solidFill>
                            <a:srgbClr val="C59423"/>
                          </a:solidFill>
                          <a:latin typeface="Aptos"/>
                        </a:rPr>
                        <a:t>Savings Account</a:t>
                      </a:r>
                    </a:p>
                  </a:txBody>
                  <a:tcPr marL="64008" marR="64008" marT="18288" marB="18288" anchor="ctr">
                    <a:solidFill>
                      <a:srgbClr val="1C1C1C"/>
                    </a:solidFill>
                  </a:tcPr>
                </a:tc>
                <a:tc>
                  <a:txBody>
                    <a:bodyPr/>
                    <a:lstStyle/>
                    <a:p>
                      <a:r>
                        <a:rPr sz="1100" b="0">
                          <a:solidFill>
                            <a:srgbClr val="F5F2EB"/>
                          </a:solidFill>
                          <a:latin typeface="Aptos"/>
                        </a:rPr>
                        <a:t>Account_ID</a:t>
                      </a:r>
                    </a:p>
                  </a:txBody>
                  <a:tcPr marL="64008" marR="64008" marT="18288" marB="18288" anchor="ctr">
                    <a:solidFill>
                      <a:srgbClr val="1C1C1C"/>
                    </a:solidFill>
                  </a:tcPr>
                </a:tc>
                <a:tc>
                  <a:txBody>
                    <a:bodyPr/>
                    <a:lstStyle/>
                    <a:p>
                      <a:r>
                        <a:rPr sz="1100" b="0">
                          <a:solidFill>
                            <a:srgbClr val="F5F2EB"/>
                          </a:solidFill>
                          <a:latin typeface="Aptos"/>
                        </a:rPr>
                        <a:t>Account_ID</a:t>
                      </a:r>
                    </a:p>
                  </a:txBody>
                  <a:tcPr marL="64008" marR="64008" marT="18288" marB="18288" anchor="ctr">
                    <a:solidFill>
                      <a:srgbClr val="1C1C1C"/>
                    </a:solidFill>
                  </a:tcPr>
                </a:tc>
                <a:extLst>
                  <a:ext uri="{0D108BD9-81ED-4DB2-BD59-A6C34878D82A}">
                    <a16:rowId xmlns:a16="http://schemas.microsoft.com/office/drawing/2014/main" val="10006"/>
                  </a:ext>
                </a:extLst>
              </a:tr>
              <a:tr h="457200">
                <a:tc>
                  <a:txBody>
                    <a:bodyPr/>
                    <a:lstStyle/>
                    <a:p>
                      <a:r>
                        <a:rPr sz="1100" b="1">
                          <a:solidFill>
                            <a:srgbClr val="C59423"/>
                          </a:solidFill>
                          <a:latin typeface="Aptos"/>
                        </a:rPr>
                        <a:t>Current Account</a:t>
                      </a:r>
                    </a:p>
                  </a:txBody>
                  <a:tcPr marL="64008" marR="64008" marT="18288" marB="18288" anchor="ctr">
                    <a:solidFill>
                      <a:srgbClr val="1C1C1C"/>
                    </a:solidFill>
                  </a:tcPr>
                </a:tc>
                <a:tc>
                  <a:txBody>
                    <a:bodyPr/>
                    <a:lstStyle/>
                    <a:p>
                      <a:r>
                        <a:rPr sz="1100" b="0">
                          <a:solidFill>
                            <a:srgbClr val="F5F2EB"/>
                          </a:solidFill>
                          <a:latin typeface="Aptos"/>
                        </a:rPr>
                        <a:t>Account_ID</a:t>
                      </a:r>
                    </a:p>
                  </a:txBody>
                  <a:tcPr marL="64008" marR="64008" marT="18288" marB="18288" anchor="ctr">
                    <a:solidFill>
                      <a:srgbClr val="1C1C1C"/>
                    </a:solidFill>
                  </a:tcPr>
                </a:tc>
                <a:tc>
                  <a:txBody>
                    <a:bodyPr/>
                    <a:lstStyle/>
                    <a:p>
                      <a:r>
                        <a:rPr sz="1100" b="0">
                          <a:solidFill>
                            <a:srgbClr val="F5F2EB"/>
                          </a:solidFill>
                          <a:latin typeface="Aptos"/>
                        </a:rPr>
                        <a:t>Account_ID</a:t>
                      </a:r>
                    </a:p>
                  </a:txBody>
                  <a:tcPr marL="64008" marR="64008" marT="18288" marB="18288" anchor="ctr">
                    <a:solidFill>
                      <a:srgbClr val="1C1C1C"/>
                    </a:solidFill>
                  </a:tcPr>
                </a:tc>
                <a:extLst>
                  <a:ext uri="{0D108BD9-81ED-4DB2-BD59-A6C34878D82A}">
                    <a16:rowId xmlns:a16="http://schemas.microsoft.com/office/drawing/2014/main" val="10007"/>
                  </a:ext>
                </a:extLst>
              </a:tr>
              <a:tr h="457200">
                <a:tc>
                  <a:txBody>
                    <a:bodyPr/>
                    <a:lstStyle/>
                    <a:p>
                      <a:r>
                        <a:rPr sz="1100" b="1">
                          <a:solidFill>
                            <a:srgbClr val="C59423"/>
                          </a:solidFill>
                          <a:latin typeface="Aptos"/>
                        </a:rPr>
                        <a:t>Transaction</a:t>
                      </a:r>
                    </a:p>
                  </a:txBody>
                  <a:tcPr marL="64008" marR="64008" marT="18288" marB="18288" anchor="ctr">
                    <a:solidFill>
                      <a:srgbClr val="1C1C1C"/>
                    </a:solidFill>
                  </a:tcPr>
                </a:tc>
                <a:tc>
                  <a:txBody>
                    <a:bodyPr/>
                    <a:lstStyle/>
                    <a:p>
                      <a:r>
                        <a:rPr sz="1100" b="0">
                          <a:solidFill>
                            <a:srgbClr val="F5F2EB"/>
                          </a:solidFill>
                          <a:latin typeface="Aptos"/>
                        </a:rPr>
                        <a:t>Transaction_ID</a:t>
                      </a:r>
                    </a:p>
                  </a:txBody>
                  <a:tcPr marL="64008" marR="64008" marT="18288" marB="18288" anchor="ctr">
                    <a:solidFill>
                      <a:srgbClr val="1C1C1C"/>
                    </a:solidFill>
                  </a:tcPr>
                </a:tc>
                <a:tc>
                  <a:txBody>
                    <a:bodyPr/>
                    <a:lstStyle/>
                    <a:p>
                      <a:r>
                        <a:rPr sz="1100" b="0">
                          <a:solidFill>
                            <a:srgbClr val="F5F2EB"/>
                          </a:solidFill>
                          <a:latin typeface="Aptos"/>
                        </a:rPr>
                        <a:t>Account_ID</a:t>
                      </a:r>
                    </a:p>
                  </a:txBody>
                  <a:tcPr marL="64008" marR="64008" marT="18288" marB="18288" anchor="ctr">
                    <a:solidFill>
                      <a:srgbClr val="1C1C1C"/>
                    </a:solidFill>
                  </a:tcPr>
                </a:tc>
                <a:extLst>
                  <a:ext uri="{0D108BD9-81ED-4DB2-BD59-A6C34878D82A}">
                    <a16:rowId xmlns:a16="http://schemas.microsoft.com/office/drawing/2014/main" val="10008"/>
                  </a:ext>
                </a:extLst>
              </a:tr>
              <a:tr h="457200">
                <a:tc>
                  <a:txBody>
                    <a:bodyPr/>
                    <a:lstStyle/>
                    <a:p>
                      <a:r>
                        <a:rPr sz="1100" b="1">
                          <a:solidFill>
                            <a:srgbClr val="C59423"/>
                          </a:solidFill>
                          <a:latin typeface="Aptos"/>
                        </a:rPr>
                        <a:t>Loan</a:t>
                      </a:r>
                    </a:p>
                  </a:txBody>
                  <a:tcPr marL="64008" marR="64008" marT="18288" marB="18288" anchor="ctr">
                    <a:solidFill>
                      <a:srgbClr val="1C1C1C"/>
                    </a:solidFill>
                  </a:tcPr>
                </a:tc>
                <a:tc>
                  <a:txBody>
                    <a:bodyPr/>
                    <a:lstStyle/>
                    <a:p>
                      <a:r>
                        <a:rPr sz="1100" b="0">
                          <a:solidFill>
                            <a:srgbClr val="F5F2EB"/>
                          </a:solidFill>
                          <a:latin typeface="Aptos"/>
                        </a:rPr>
                        <a:t>Loan_ID</a:t>
                      </a:r>
                    </a:p>
                  </a:txBody>
                  <a:tcPr marL="64008" marR="64008" marT="18288" marB="18288" anchor="ctr">
                    <a:solidFill>
                      <a:srgbClr val="1C1C1C"/>
                    </a:solidFill>
                  </a:tcPr>
                </a:tc>
                <a:tc>
                  <a:txBody>
                    <a:bodyPr/>
                    <a:lstStyle/>
                    <a:p>
                      <a:r>
                        <a:rPr sz="1100" b="0" dirty="0" err="1">
                          <a:solidFill>
                            <a:srgbClr val="F5F2EB"/>
                          </a:solidFill>
                          <a:latin typeface="Aptos"/>
                        </a:rPr>
                        <a:t>Customer_ID</a:t>
                      </a:r>
                      <a:endParaRPr sz="1100" b="0" dirty="0">
                        <a:solidFill>
                          <a:srgbClr val="F5F2EB"/>
                        </a:solidFill>
                        <a:latin typeface="Aptos"/>
                      </a:endParaRPr>
                    </a:p>
                  </a:txBody>
                  <a:tcPr marL="64008" marR="64008" marT="18288" marB="18288" anchor="ctr">
                    <a:solidFill>
                      <a:srgbClr val="1C1C1C"/>
                    </a:solidFill>
                  </a:tcPr>
                </a:tc>
                <a:extLst>
                  <a:ext uri="{0D108BD9-81ED-4DB2-BD59-A6C34878D82A}">
                    <a16:rowId xmlns:a16="http://schemas.microsoft.com/office/drawing/2014/main" val="10009"/>
                  </a:ext>
                </a:extLst>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2023725644"/>
              </p:ext>
            </p:extLst>
          </p:nvPr>
        </p:nvGraphicFramePr>
        <p:xfrm>
          <a:off x="5212080" y="1325880"/>
          <a:ext cx="6537959" cy="4334256"/>
        </p:xfrm>
        <a:graphic>
          <a:graphicData uri="http://schemas.openxmlformats.org/drawingml/2006/table">
            <a:tbl>
              <a:tblPr>
                <a:tableStyleId>{5C22544A-7EE6-4342-B048-85BDC9FD1C3A}</a:tableStyleId>
              </a:tblPr>
              <a:tblGrid>
                <a:gridCol w="1874519">
                  <a:extLst>
                    <a:ext uri="{9D8B030D-6E8A-4147-A177-3AD203B41FA5}">
                      <a16:colId xmlns:a16="http://schemas.microsoft.com/office/drawing/2014/main" val="20000"/>
                    </a:ext>
                  </a:extLst>
                </a:gridCol>
                <a:gridCol w="640080">
                  <a:extLst>
                    <a:ext uri="{9D8B030D-6E8A-4147-A177-3AD203B41FA5}">
                      <a16:colId xmlns:a16="http://schemas.microsoft.com/office/drawing/2014/main" val="20001"/>
                    </a:ext>
                  </a:extLst>
                </a:gridCol>
                <a:gridCol w="4023360">
                  <a:extLst>
                    <a:ext uri="{9D8B030D-6E8A-4147-A177-3AD203B41FA5}">
                      <a16:colId xmlns:a16="http://schemas.microsoft.com/office/drawing/2014/main" val="20002"/>
                    </a:ext>
                  </a:extLst>
                </a:gridCol>
              </a:tblGrid>
              <a:tr h="365760">
                <a:tc>
                  <a:txBody>
                    <a:bodyPr/>
                    <a:lstStyle/>
                    <a:p>
                      <a:r>
                        <a:rPr sz="1400" b="1" dirty="0">
                          <a:solidFill>
                            <a:schemeClr val="accent6">
                              <a:lumMod val="40000"/>
                              <a:lumOff val="60000"/>
                            </a:schemeClr>
                          </a:solidFill>
                          <a:latin typeface="Aptos"/>
                        </a:rPr>
                        <a:t>Relationship</a:t>
                      </a:r>
                    </a:p>
                  </a:txBody>
                  <a:tcPr marL="64008" marR="64008" marT="18288" marB="18288" anchor="ctr">
                    <a:solidFill>
                      <a:srgbClr val="2A2210"/>
                    </a:solidFill>
                  </a:tcPr>
                </a:tc>
                <a:tc>
                  <a:txBody>
                    <a:bodyPr/>
                    <a:lstStyle/>
                    <a:p>
                      <a:r>
                        <a:rPr sz="1400" b="1" dirty="0">
                          <a:solidFill>
                            <a:schemeClr val="accent6">
                              <a:lumMod val="40000"/>
                              <a:lumOff val="60000"/>
                            </a:schemeClr>
                          </a:solidFill>
                          <a:latin typeface="Aptos"/>
                        </a:rPr>
                        <a:t>Card.</a:t>
                      </a:r>
                    </a:p>
                  </a:txBody>
                  <a:tcPr marL="64008" marR="64008" marT="18288" marB="18288" anchor="ctr">
                    <a:solidFill>
                      <a:srgbClr val="2A2210"/>
                    </a:solidFill>
                  </a:tcPr>
                </a:tc>
                <a:tc>
                  <a:txBody>
                    <a:bodyPr/>
                    <a:lstStyle/>
                    <a:p>
                      <a:r>
                        <a:rPr sz="1400" b="1" dirty="0">
                          <a:solidFill>
                            <a:schemeClr val="accent6">
                              <a:lumMod val="40000"/>
                              <a:lumOff val="60000"/>
                            </a:schemeClr>
                          </a:solidFill>
                          <a:latin typeface="Aptos"/>
                        </a:rPr>
                        <a:t>Justification</a:t>
                      </a:r>
                    </a:p>
                  </a:txBody>
                  <a:tcPr marL="64008" marR="64008" marT="18288" marB="18288" anchor="ctr">
                    <a:solidFill>
                      <a:srgbClr val="2A2210"/>
                    </a:solidFill>
                  </a:tcPr>
                </a:tc>
                <a:extLst>
                  <a:ext uri="{0D108BD9-81ED-4DB2-BD59-A6C34878D82A}">
                    <a16:rowId xmlns:a16="http://schemas.microsoft.com/office/drawing/2014/main" val="10000"/>
                  </a:ext>
                </a:extLst>
              </a:tr>
              <a:tr h="566928">
                <a:tc>
                  <a:txBody>
                    <a:bodyPr/>
                    <a:lstStyle/>
                    <a:p>
                      <a:r>
                        <a:rPr sz="1100" b="1">
                          <a:solidFill>
                            <a:srgbClr val="C59423"/>
                          </a:solidFill>
                          <a:latin typeface="Aptos"/>
                        </a:rPr>
                        <a:t>Bank has Branch</a:t>
                      </a:r>
                    </a:p>
                  </a:txBody>
                  <a:tcPr marL="64008" marR="64008" marT="18288" marB="18288" anchor="ctr">
                    <a:solidFill>
                      <a:srgbClr val="1C1C1C"/>
                    </a:solidFill>
                  </a:tcPr>
                </a:tc>
                <a:tc>
                  <a:txBody>
                    <a:bodyPr/>
                    <a:lstStyle/>
                    <a:p>
                      <a:r>
                        <a:rPr sz="1100" b="0">
                          <a:solidFill>
                            <a:srgbClr val="F5F2EB"/>
                          </a:solidFill>
                          <a:latin typeface="Aptos"/>
                        </a:rPr>
                        <a:t>1 : M</a:t>
                      </a:r>
                    </a:p>
                  </a:txBody>
                  <a:tcPr marL="64008" marR="64008" marT="18288" marB="18288" anchor="ctr">
                    <a:solidFill>
                      <a:srgbClr val="1C1C1C"/>
                    </a:solidFill>
                  </a:tcPr>
                </a:tc>
                <a:tc>
                  <a:txBody>
                    <a:bodyPr/>
                    <a:lstStyle/>
                    <a:p>
                      <a:r>
                        <a:rPr sz="1100" b="0">
                          <a:solidFill>
                            <a:srgbClr val="F5F2EB"/>
                          </a:solidFill>
                          <a:latin typeface="Aptos"/>
                        </a:rPr>
                        <a:t>One bank runs many branches; each branch belongs to one bank.</a:t>
                      </a:r>
                    </a:p>
                  </a:txBody>
                  <a:tcPr marL="64008" marR="64008" marT="18288" marB="18288" anchor="ctr">
                    <a:solidFill>
                      <a:srgbClr val="1C1C1C"/>
                    </a:solidFill>
                  </a:tcPr>
                </a:tc>
                <a:extLst>
                  <a:ext uri="{0D108BD9-81ED-4DB2-BD59-A6C34878D82A}">
                    <a16:rowId xmlns:a16="http://schemas.microsoft.com/office/drawing/2014/main" val="10001"/>
                  </a:ext>
                </a:extLst>
              </a:tr>
              <a:tr h="566928">
                <a:tc>
                  <a:txBody>
                    <a:bodyPr/>
                    <a:lstStyle/>
                    <a:p>
                      <a:r>
                        <a:rPr sz="1100" b="1">
                          <a:solidFill>
                            <a:srgbClr val="C59423"/>
                          </a:solidFill>
                          <a:latin typeface="Aptos"/>
                        </a:rPr>
                        <a:t>Branch employs Employee</a:t>
                      </a:r>
                    </a:p>
                  </a:txBody>
                  <a:tcPr marL="64008" marR="64008" marT="18288" marB="18288" anchor="ctr">
                    <a:solidFill>
                      <a:srgbClr val="1C1C1C"/>
                    </a:solidFill>
                  </a:tcPr>
                </a:tc>
                <a:tc>
                  <a:txBody>
                    <a:bodyPr/>
                    <a:lstStyle/>
                    <a:p>
                      <a:r>
                        <a:rPr sz="1100" b="0">
                          <a:solidFill>
                            <a:srgbClr val="F5F2EB"/>
                          </a:solidFill>
                          <a:latin typeface="Aptos"/>
                        </a:rPr>
                        <a:t>1 : M</a:t>
                      </a:r>
                    </a:p>
                  </a:txBody>
                  <a:tcPr marL="64008" marR="64008" marT="18288" marB="18288" anchor="ctr">
                    <a:solidFill>
                      <a:srgbClr val="1C1C1C"/>
                    </a:solidFill>
                  </a:tcPr>
                </a:tc>
                <a:tc>
                  <a:txBody>
                    <a:bodyPr/>
                    <a:lstStyle/>
                    <a:p>
                      <a:r>
                        <a:rPr sz="1100" b="0">
                          <a:solidFill>
                            <a:srgbClr val="F5F2EB"/>
                          </a:solidFill>
                          <a:latin typeface="Aptos"/>
                        </a:rPr>
                        <a:t>A branch has many employees; each employee works at one branch.</a:t>
                      </a:r>
                    </a:p>
                  </a:txBody>
                  <a:tcPr marL="64008" marR="64008" marT="18288" marB="18288" anchor="ctr">
                    <a:solidFill>
                      <a:srgbClr val="1C1C1C"/>
                    </a:solidFill>
                  </a:tcPr>
                </a:tc>
                <a:extLst>
                  <a:ext uri="{0D108BD9-81ED-4DB2-BD59-A6C34878D82A}">
                    <a16:rowId xmlns:a16="http://schemas.microsoft.com/office/drawing/2014/main" val="10002"/>
                  </a:ext>
                </a:extLst>
              </a:tr>
              <a:tr h="566928">
                <a:tc>
                  <a:txBody>
                    <a:bodyPr/>
                    <a:lstStyle/>
                    <a:p>
                      <a:r>
                        <a:rPr sz="1100" b="1">
                          <a:solidFill>
                            <a:srgbClr val="C59423"/>
                          </a:solidFill>
                          <a:latin typeface="Aptos"/>
                        </a:rPr>
                        <a:t>Branch maintains Account</a:t>
                      </a:r>
                    </a:p>
                  </a:txBody>
                  <a:tcPr marL="64008" marR="64008" marT="18288" marB="18288" anchor="ctr">
                    <a:solidFill>
                      <a:srgbClr val="1C1C1C"/>
                    </a:solidFill>
                  </a:tcPr>
                </a:tc>
                <a:tc>
                  <a:txBody>
                    <a:bodyPr/>
                    <a:lstStyle/>
                    <a:p>
                      <a:r>
                        <a:rPr sz="1100" b="0">
                          <a:solidFill>
                            <a:srgbClr val="F5F2EB"/>
                          </a:solidFill>
                          <a:latin typeface="Aptos"/>
                        </a:rPr>
                        <a:t>1 : M</a:t>
                      </a:r>
                    </a:p>
                  </a:txBody>
                  <a:tcPr marL="64008" marR="64008" marT="18288" marB="18288" anchor="ctr">
                    <a:solidFill>
                      <a:srgbClr val="1C1C1C"/>
                    </a:solidFill>
                  </a:tcPr>
                </a:tc>
                <a:tc>
                  <a:txBody>
                    <a:bodyPr/>
                    <a:lstStyle/>
                    <a:p>
                      <a:r>
                        <a:rPr sz="1100" b="0">
                          <a:solidFill>
                            <a:srgbClr val="F5F2EB"/>
                          </a:solidFill>
                          <a:latin typeface="Aptos"/>
                        </a:rPr>
                        <a:t>A branch holds many accounts; each account is kept at one branch.</a:t>
                      </a:r>
                    </a:p>
                  </a:txBody>
                  <a:tcPr marL="64008" marR="64008" marT="18288" marB="18288" anchor="ctr">
                    <a:solidFill>
                      <a:srgbClr val="1C1C1C"/>
                    </a:solidFill>
                  </a:tcPr>
                </a:tc>
                <a:extLst>
                  <a:ext uri="{0D108BD9-81ED-4DB2-BD59-A6C34878D82A}">
                    <a16:rowId xmlns:a16="http://schemas.microsoft.com/office/drawing/2014/main" val="10003"/>
                  </a:ext>
                </a:extLst>
              </a:tr>
              <a:tr h="566928">
                <a:tc>
                  <a:txBody>
                    <a:bodyPr/>
                    <a:lstStyle/>
                    <a:p>
                      <a:r>
                        <a:rPr sz="1100" b="1">
                          <a:solidFill>
                            <a:srgbClr val="C59423"/>
                          </a:solidFill>
                          <a:latin typeface="Aptos"/>
                        </a:rPr>
                        <a:t>Customer owns Account</a:t>
                      </a:r>
                    </a:p>
                  </a:txBody>
                  <a:tcPr marL="64008" marR="64008" marT="18288" marB="18288" anchor="ctr">
                    <a:solidFill>
                      <a:srgbClr val="1C1C1C"/>
                    </a:solidFill>
                  </a:tcPr>
                </a:tc>
                <a:tc>
                  <a:txBody>
                    <a:bodyPr/>
                    <a:lstStyle/>
                    <a:p>
                      <a:r>
                        <a:rPr sz="1100" b="0">
                          <a:solidFill>
                            <a:srgbClr val="F5F2EB"/>
                          </a:solidFill>
                          <a:latin typeface="Aptos"/>
                        </a:rPr>
                        <a:t>1 : M</a:t>
                      </a:r>
                    </a:p>
                  </a:txBody>
                  <a:tcPr marL="64008" marR="64008" marT="18288" marB="18288" anchor="ctr">
                    <a:solidFill>
                      <a:srgbClr val="1C1C1C"/>
                    </a:solidFill>
                  </a:tcPr>
                </a:tc>
                <a:tc>
                  <a:txBody>
                    <a:bodyPr/>
                    <a:lstStyle/>
                    <a:p>
                      <a:r>
                        <a:rPr sz="1100" b="0">
                          <a:solidFill>
                            <a:srgbClr val="F5F2EB"/>
                          </a:solidFill>
                          <a:latin typeface="Aptos"/>
                        </a:rPr>
                        <a:t>A customer can hold many accounts; each account has one owner.</a:t>
                      </a:r>
                    </a:p>
                  </a:txBody>
                  <a:tcPr marL="64008" marR="64008" marT="18288" marB="18288" anchor="ctr">
                    <a:solidFill>
                      <a:srgbClr val="1C1C1C"/>
                    </a:solidFill>
                  </a:tcPr>
                </a:tc>
                <a:extLst>
                  <a:ext uri="{0D108BD9-81ED-4DB2-BD59-A6C34878D82A}">
                    <a16:rowId xmlns:a16="http://schemas.microsoft.com/office/drawing/2014/main" val="10004"/>
                  </a:ext>
                </a:extLst>
              </a:tr>
              <a:tr h="566928">
                <a:tc>
                  <a:txBody>
                    <a:bodyPr/>
                    <a:lstStyle/>
                    <a:p>
                      <a:r>
                        <a:rPr sz="1100" b="1">
                          <a:solidFill>
                            <a:srgbClr val="C59423"/>
                          </a:solidFill>
                          <a:latin typeface="Aptos"/>
                        </a:rPr>
                        <a:t>Account records Transaction</a:t>
                      </a:r>
                    </a:p>
                  </a:txBody>
                  <a:tcPr marL="64008" marR="64008" marT="18288" marB="18288" anchor="ctr">
                    <a:solidFill>
                      <a:srgbClr val="1C1C1C"/>
                    </a:solidFill>
                  </a:tcPr>
                </a:tc>
                <a:tc>
                  <a:txBody>
                    <a:bodyPr/>
                    <a:lstStyle/>
                    <a:p>
                      <a:r>
                        <a:rPr sz="1100" b="0">
                          <a:solidFill>
                            <a:srgbClr val="F5F2EB"/>
                          </a:solidFill>
                          <a:latin typeface="Aptos"/>
                        </a:rPr>
                        <a:t>1 : M</a:t>
                      </a:r>
                    </a:p>
                  </a:txBody>
                  <a:tcPr marL="64008" marR="64008" marT="18288" marB="18288" anchor="ctr">
                    <a:solidFill>
                      <a:srgbClr val="1C1C1C"/>
                    </a:solidFill>
                  </a:tcPr>
                </a:tc>
                <a:tc>
                  <a:txBody>
                    <a:bodyPr/>
                    <a:lstStyle/>
                    <a:p>
                      <a:r>
                        <a:rPr sz="1100" b="0">
                          <a:solidFill>
                            <a:srgbClr val="F5F2EB"/>
                          </a:solidFill>
                          <a:latin typeface="Aptos"/>
                        </a:rPr>
                        <a:t>An account has many transactions; each belongs to one account.</a:t>
                      </a:r>
                    </a:p>
                  </a:txBody>
                  <a:tcPr marL="64008" marR="64008" marT="18288" marB="18288" anchor="ctr">
                    <a:solidFill>
                      <a:srgbClr val="1C1C1C"/>
                    </a:solidFill>
                  </a:tcPr>
                </a:tc>
                <a:extLst>
                  <a:ext uri="{0D108BD9-81ED-4DB2-BD59-A6C34878D82A}">
                    <a16:rowId xmlns:a16="http://schemas.microsoft.com/office/drawing/2014/main" val="10005"/>
                  </a:ext>
                </a:extLst>
              </a:tr>
              <a:tr h="566928">
                <a:tc>
                  <a:txBody>
                    <a:bodyPr/>
                    <a:lstStyle/>
                    <a:p>
                      <a:r>
                        <a:rPr sz="1100" b="1">
                          <a:solidFill>
                            <a:srgbClr val="C59423"/>
                          </a:solidFill>
                          <a:latin typeface="Aptos"/>
                        </a:rPr>
                        <a:t>Customer applies Loan</a:t>
                      </a:r>
                    </a:p>
                  </a:txBody>
                  <a:tcPr marL="64008" marR="64008" marT="18288" marB="18288" anchor="ctr">
                    <a:solidFill>
                      <a:srgbClr val="1C1C1C"/>
                    </a:solidFill>
                  </a:tcPr>
                </a:tc>
                <a:tc>
                  <a:txBody>
                    <a:bodyPr/>
                    <a:lstStyle/>
                    <a:p>
                      <a:r>
                        <a:rPr sz="1100" b="0">
                          <a:solidFill>
                            <a:srgbClr val="F5F2EB"/>
                          </a:solidFill>
                          <a:latin typeface="Aptos"/>
                        </a:rPr>
                        <a:t>1 : M</a:t>
                      </a:r>
                    </a:p>
                  </a:txBody>
                  <a:tcPr marL="64008" marR="64008" marT="18288" marB="18288" anchor="ctr">
                    <a:solidFill>
                      <a:srgbClr val="1C1C1C"/>
                    </a:solidFill>
                  </a:tcPr>
                </a:tc>
                <a:tc>
                  <a:txBody>
                    <a:bodyPr/>
                    <a:lstStyle/>
                    <a:p>
                      <a:r>
                        <a:rPr sz="1100" b="0">
                          <a:solidFill>
                            <a:srgbClr val="F5F2EB"/>
                          </a:solidFill>
                          <a:latin typeface="Aptos"/>
                        </a:rPr>
                        <a:t>A customer can take many loans; each loan belongs to one customer.</a:t>
                      </a:r>
                    </a:p>
                  </a:txBody>
                  <a:tcPr marL="64008" marR="64008" marT="18288" marB="18288" anchor="ctr">
                    <a:solidFill>
                      <a:srgbClr val="1C1C1C"/>
                    </a:solidFill>
                  </a:tcPr>
                </a:tc>
                <a:extLst>
                  <a:ext uri="{0D108BD9-81ED-4DB2-BD59-A6C34878D82A}">
                    <a16:rowId xmlns:a16="http://schemas.microsoft.com/office/drawing/2014/main" val="10006"/>
                  </a:ext>
                </a:extLst>
              </a:tr>
              <a:tr h="566928">
                <a:tc>
                  <a:txBody>
                    <a:bodyPr/>
                    <a:lstStyle/>
                    <a:p>
                      <a:r>
                        <a:rPr sz="1100" b="1">
                          <a:solidFill>
                            <a:srgbClr val="C59423"/>
                          </a:solidFill>
                          <a:latin typeface="Aptos"/>
                        </a:rPr>
                        <a:t>Account ISA Savings / Current</a:t>
                      </a:r>
                    </a:p>
                  </a:txBody>
                  <a:tcPr marL="64008" marR="64008" marT="18288" marB="18288" anchor="ctr">
                    <a:solidFill>
                      <a:srgbClr val="1C1C1C"/>
                    </a:solidFill>
                  </a:tcPr>
                </a:tc>
                <a:tc>
                  <a:txBody>
                    <a:bodyPr/>
                    <a:lstStyle/>
                    <a:p>
                      <a:r>
                        <a:rPr sz="1100" b="0">
                          <a:solidFill>
                            <a:srgbClr val="F5F2EB"/>
                          </a:solidFill>
                          <a:latin typeface="Aptos"/>
                        </a:rPr>
                        <a:t>ISA</a:t>
                      </a:r>
                    </a:p>
                  </a:txBody>
                  <a:tcPr marL="64008" marR="64008" marT="18288" marB="18288" anchor="ctr">
                    <a:solidFill>
                      <a:srgbClr val="1C1C1C"/>
                    </a:solidFill>
                  </a:tcPr>
                </a:tc>
                <a:tc>
                  <a:txBody>
                    <a:bodyPr/>
                    <a:lstStyle/>
                    <a:p>
                      <a:r>
                        <a:rPr sz="1100" b="0" dirty="0">
                          <a:solidFill>
                            <a:srgbClr val="F5F2EB"/>
                          </a:solidFill>
                          <a:latin typeface="Aptos"/>
                        </a:rPr>
                        <a:t>An account is either Savings or Current, sharing </a:t>
                      </a:r>
                      <a:r>
                        <a:rPr sz="1100" b="0" dirty="0" err="1">
                          <a:solidFill>
                            <a:srgbClr val="F5F2EB"/>
                          </a:solidFill>
                          <a:latin typeface="Aptos"/>
                        </a:rPr>
                        <a:t>Account_ID</a:t>
                      </a:r>
                      <a:r>
                        <a:rPr sz="1100" b="0" dirty="0">
                          <a:solidFill>
                            <a:srgbClr val="F5F2EB"/>
                          </a:solidFill>
                          <a:latin typeface="Aptos"/>
                        </a:rPr>
                        <a:t>.</a:t>
                      </a:r>
                    </a:p>
                  </a:txBody>
                  <a:tcPr marL="64008" marR="64008" marT="18288" marB="18288" anchor="ctr">
                    <a:solidFill>
                      <a:srgbClr val="1C1C1C"/>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411480" y="256032"/>
            <a:ext cx="10515600" cy="523220"/>
          </a:xfrm>
          <a:prstGeom prst="rect">
            <a:avLst/>
          </a:prstGeom>
          <a:noFill/>
        </p:spPr>
        <p:txBody>
          <a:bodyPr wrap="square" anchor="t">
            <a:spAutoFit/>
          </a:bodyPr>
          <a:lstStyle/>
          <a:p>
            <a:pPr algn="l">
              <a:spcAft>
                <a:spcPts val="600"/>
              </a:spcAft>
            </a:pPr>
            <a:r>
              <a:rPr sz="2800" b="1" dirty="0">
                <a:solidFill>
                  <a:srgbClr val="FFC000"/>
                </a:solidFill>
                <a:latin typeface="Aptos"/>
              </a:rPr>
              <a:t>Relational Schema</a:t>
            </a:r>
          </a:p>
        </p:txBody>
      </p:sp>
      <p:sp>
        <p:nvSpPr>
          <p:cNvPr id="4" name="TextBox 3"/>
          <p:cNvSpPr txBox="1"/>
          <p:nvPr/>
        </p:nvSpPr>
        <p:spPr>
          <a:xfrm>
            <a:off x="713232" y="6446520"/>
            <a:ext cx="2743200" cy="274320"/>
          </a:xfrm>
          <a:prstGeom prst="rect">
            <a:avLst/>
          </a:prstGeom>
          <a:noFill/>
        </p:spPr>
        <p:txBody>
          <a:bodyPr wrap="square" anchor="t">
            <a:spAutoFit/>
          </a:bodyPr>
          <a:lstStyle/>
          <a:p>
            <a:pPr algn="l">
              <a:spcAft>
                <a:spcPts val="600"/>
              </a:spcAft>
            </a:pPr>
            <a:r>
              <a:rPr sz="900" b="1">
                <a:solidFill>
                  <a:srgbClr val="C59423"/>
                </a:solidFill>
                <a:latin typeface="Aptos"/>
              </a:rPr>
              <a:t>ADITYA UNIVERSITY</a:t>
            </a:r>
          </a:p>
        </p:txBody>
      </p:sp>
      <p:sp>
        <p:nvSpPr>
          <p:cNvPr id="5" name="TextBox 4"/>
          <p:cNvSpPr txBox="1"/>
          <p:nvPr/>
        </p:nvSpPr>
        <p:spPr>
          <a:xfrm>
            <a:off x="11201400" y="6446520"/>
            <a:ext cx="457200" cy="274320"/>
          </a:xfrm>
          <a:prstGeom prst="rect">
            <a:avLst/>
          </a:prstGeom>
          <a:noFill/>
        </p:spPr>
        <p:txBody>
          <a:bodyPr wrap="square" anchor="t">
            <a:spAutoFit/>
          </a:bodyPr>
          <a:lstStyle/>
          <a:p>
            <a:pPr algn="l">
              <a:spcAft>
                <a:spcPts val="600"/>
              </a:spcAft>
            </a:pPr>
            <a:r>
              <a:rPr sz="900" b="0">
                <a:solidFill>
                  <a:srgbClr val="F5F2EB"/>
                </a:solidFill>
                <a:latin typeface="Aptos"/>
              </a:rPr>
              <a:t>10</a:t>
            </a:r>
          </a:p>
        </p:txBody>
      </p:sp>
      <p:graphicFrame>
        <p:nvGraphicFramePr>
          <p:cNvPr id="6" name="Table 5"/>
          <p:cNvGraphicFramePr>
            <a:graphicFrameLocks noGrp="1"/>
          </p:cNvGraphicFramePr>
          <p:nvPr>
            <p:extLst>
              <p:ext uri="{D42A27DB-BD31-4B8C-83A1-F6EECF244321}">
                <p14:modId xmlns:p14="http://schemas.microsoft.com/office/powerpoint/2010/main" val="4275034903"/>
              </p:ext>
            </p:extLst>
          </p:nvPr>
        </p:nvGraphicFramePr>
        <p:xfrm>
          <a:off x="548640" y="1280160"/>
          <a:ext cx="11064240" cy="4718304"/>
        </p:xfrm>
        <a:graphic>
          <a:graphicData uri="http://schemas.openxmlformats.org/drawingml/2006/table">
            <a:tbl>
              <a:tblPr>
                <a:tableStyleId>{5C22544A-7EE6-4342-B048-85BDC9FD1C3A}</a:tableStyleId>
              </a:tblPr>
              <a:tblGrid>
                <a:gridCol w="2286000">
                  <a:extLst>
                    <a:ext uri="{9D8B030D-6E8A-4147-A177-3AD203B41FA5}">
                      <a16:colId xmlns:a16="http://schemas.microsoft.com/office/drawing/2014/main" val="20000"/>
                    </a:ext>
                  </a:extLst>
                </a:gridCol>
                <a:gridCol w="8778240">
                  <a:extLst>
                    <a:ext uri="{9D8B030D-6E8A-4147-A177-3AD203B41FA5}">
                      <a16:colId xmlns:a16="http://schemas.microsoft.com/office/drawing/2014/main" val="20001"/>
                    </a:ext>
                  </a:extLst>
                </a:gridCol>
              </a:tblGrid>
              <a:tr h="393192">
                <a:tc>
                  <a:txBody>
                    <a:bodyPr/>
                    <a:lstStyle/>
                    <a:p>
                      <a:r>
                        <a:rPr sz="1200" b="1">
                          <a:solidFill>
                            <a:srgbClr val="C59423"/>
                          </a:solidFill>
                          <a:latin typeface="Aptos"/>
                        </a:rPr>
                        <a:t>Table</a:t>
                      </a:r>
                    </a:p>
                  </a:txBody>
                  <a:tcPr marT="18288" marB="18288" anchor="ctr">
                    <a:solidFill>
                      <a:srgbClr val="2A2210"/>
                    </a:solidFill>
                  </a:tcPr>
                </a:tc>
                <a:tc>
                  <a:txBody>
                    <a:bodyPr/>
                    <a:lstStyle/>
                    <a:p>
                      <a:r>
                        <a:rPr sz="1200" b="1">
                          <a:solidFill>
                            <a:srgbClr val="C59423"/>
                          </a:solidFill>
                          <a:latin typeface="Aptos"/>
                        </a:rPr>
                        <a:t>Attributes</a:t>
                      </a:r>
                    </a:p>
                  </a:txBody>
                  <a:tcPr marT="18288" marB="18288" anchor="ctr">
                    <a:solidFill>
                      <a:srgbClr val="2A2210"/>
                    </a:solidFill>
                  </a:tcPr>
                </a:tc>
                <a:extLst>
                  <a:ext uri="{0D108BD9-81ED-4DB2-BD59-A6C34878D82A}">
                    <a16:rowId xmlns:a16="http://schemas.microsoft.com/office/drawing/2014/main" val="10000"/>
                  </a:ext>
                </a:extLst>
              </a:tr>
              <a:tr h="393192">
                <a:tc>
                  <a:txBody>
                    <a:bodyPr/>
                    <a:lstStyle/>
                    <a:p>
                      <a:r>
                        <a:rPr sz="1200" b="1" dirty="0">
                          <a:solidFill>
                            <a:schemeClr val="accent6">
                              <a:lumMod val="40000"/>
                              <a:lumOff val="60000"/>
                            </a:schemeClr>
                          </a:solidFill>
                          <a:latin typeface="Aptos"/>
                        </a:rPr>
                        <a:t>BANK</a:t>
                      </a:r>
                    </a:p>
                  </a:txBody>
                  <a:tcPr marT="18288" marB="18288" anchor="ctr">
                    <a:solidFill>
                      <a:srgbClr val="1C1C1C"/>
                    </a:solidFill>
                  </a:tcPr>
                </a:tc>
                <a:tc>
                  <a:txBody>
                    <a:bodyPr/>
                    <a:lstStyle/>
                    <a:p>
                      <a:r>
                        <a:rPr sz="1200" b="0" dirty="0" err="1">
                          <a:solidFill>
                            <a:schemeClr val="accent6">
                              <a:lumMod val="40000"/>
                              <a:lumOff val="60000"/>
                            </a:schemeClr>
                          </a:solidFill>
                          <a:latin typeface="Aptos"/>
                        </a:rPr>
                        <a:t>Bank</a:t>
                      </a:r>
                      <a:r>
                        <a:rPr lang="en-US" sz="1200" b="0" dirty="0" err="1">
                          <a:solidFill>
                            <a:schemeClr val="accent6">
                              <a:lumMod val="40000"/>
                              <a:lumOff val="60000"/>
                            </a:schemeClr>
                          </a:solidFill>
                          <a:latin typeface="Aptos"/>
                        </a:rPr>
                        <a:t>_</a:t>
                      </a:r>
                      <a:r>
                        <a:rPr sz="1200" b="0" dirty="0" err="1">
                          <a:solidFill>
                            <a:schemeClr val="accent6">
                              <a:lumMod val="40000"/>
                              <a:lumOff val="60000"/>
                            </a:schemeClr>
                          </a:solidFill>
                          <a:latin typeface="Aptos"/>
                        </a:rPr>
                        <a:t>ID</a:t>
                      </a:r>
                      <a:r>
                        <a:rPr sz="1200" b="0" dirty="0">
                          <a:solidFill>
                            <a:schemeClr val="accent6">
                              <a:lumMod val="40000"/>
                              <a:lumOff val="60000"/>
                            </a:schemeClr>
                          </a:solidFill>
                          <a:latin typeface="Aptos"/>
                        </a:rPr>
                        <a:t> (PK), </a:t>
                      </a:r>
                      <a:r>
                        <a:rPr sz="1200" b="0" dirty="0" err="1">
                          <a:solidFill>
                            <a:schemeClr val="accent6">
                              <a:lumMod val="40000"/>
                              <a:lumOff val="60000"/>
                            </a:schemeClr>
                          </a:solidFill>
                          <a:latin typeface="Aptos"/>
                        </a:rPr>
                        <a:t>Bank_Name</a:t>
                      </a:r>
                      <a:r>
                        <a:rPr sz="1200" b="0" dirty="0">
                          <a:solidFill>
                            <a:schemeClr val="accent6">
                              <a:lumMod val="40000"/>
                              <a:lumOff val="60000"/>
                            </a:schemeClr>
                          </a:solidFill>
                          <a:latin typeface="Aptos"/>
                        </a:rPr>
                        <a:t>, Address</a:t>
                      </a:r>
                    </a:p>
                  </a:txBody>
                  <a:tcPr marT="18288" marB="18288" anchor="ctr">
                    <a:solidFill>
                      <a:srgbClr val="1C1C1C"/>
                    </a:solidFill>
                  </a:tcPr>
                </a:tc>
                <a:extLst>
                  <a:ext uri="{0D108BD9-81ED-4DB2-BD59-A6C34878D82A}">
                    <a16:rowId xmlns:a16="http://schemas.microsoft.com/office/drawing/2014/main" val="10001"/>
                  </a:ext>
                </a:extLst>
              </a:tr>
              <a:tr h="393192">
                <a:tc>
                  <a:txBody>
                    <a:bodyPr/>
                    <a:lstStyle/>
                    <a:p>
                      <a:r>
                        <a:rPr sz="1200" b="1" dirty="0">
                          <a:solidFill>
                            <a:schemeClr val="accent6">
                              <a:lumMod val="40000"/>
                              <a:lumOff val="60000"/>
                            </a:schemeClr>
                          </a:solidFill>
                          <a:latin typeface="Aptos"/>
                        </a:rPr>
                        <a:t>BRANCH</a:t>
                      </a:r>
                    </a:p>
                  </a:txBody>
                  <a:tcPr marT="18288" marB="18288" anchor="ctr">
                    <a:solidFill>
                      <a:srgbClr val="1C1C1C"/>
                    </a:solidFill>
                  </a:tcPr>
                </a:tc>
                <a:tc>
                  <a:txBody>
                    <a:bodyPr/>
                    <a:lstStyle/>
                    <a:p>
                      <a:r>
                        <a:rPr sz="1200" b="0" dirty="0" err="1">
                          <a:solidFill>
                            <a:schemeClr val="accent6">
                              <a:lumMod val="40000"/>
                              <a:lumOff val="60000"/>
                            </a:schemeClr>
                          </a:solidFill>
                          <a:latin typeface="Aptos"/>
                        </a:rPr>
                        <a:t>Branch_ID</a:t>
                      </a:r>
                      <a:r>
                        <a:rPr sz="1200" b="0" dirty="0">
                          <a:solidFill>
                            <a:schemeClr val="accent6">
                              <a:lumMod val="40000"/>
                              <a:lumOff val="60000"/>
                            </a:schemeClr>
                          </a:solidFill>
                          <a:latin typeface="Aptos"/>
                        </a:rPr>
                        <a:t> (PK), </a:t>
                      </a:r>
                      <a:r>
                        <a:rPr sz="1200" b="0" dirty="0" err="1">
                          <a:solidFill>
                            <a:schemeClr val="accent6">
                              <a:lumMod val="40000"/>
                              <a:lumOff val="60000"/>
                            </a:schemeClr>
                          </a:solidFill>
                          <a:latin typeface="Aptos"/>
                        </a:rPr>
                        <a:t>Branch_Name</a:t>
                      </a:r>
                      <a:r>
                        <a:rPr sz="1200" b="0" dirty="0">
                          <a:solidFill>
                            <a:schemeClr val="accent6">
                              <a:lumMod val="40000"/>
                              <a:lumOff val="60000"/>
                            </a:schemeClr>
                          </a:solidFill>
                          <a:latin typeface="Aptos"/>
                        </a:rPr>
                        <a:t>, Address, </a:t>
                      </a:r>
                      <a:r>
                        <a:rPr sz="1200" b="0" dirty="0" err="1">
                          <a:solidFill>
                            <a:schemeClr val="accent6">
                              <a:lumMod val="40000"/>
                              <a:lumOff val="60000"/>
                            </a:schemeClr>
                          </a:solidFill>
                          <a:latin typeface="Aptos"/>
                        </a:rPr>
                        <a:t>IFSC_Code</a:t>
                      </a:r>
                      <a:r>
                        <a:rPr sz="1200" b="0" dirty="0">
                          <a:solidFill>
                            <a:schemeClr val="accent6">
                              <a:lumMod val="40000"/>
                              <a:lumOff val="60000"/>
                            </a:schemeClr>
                          </a:solidFill>
                          <a:latin typeface="Aptos"/>
                        </a:rPr>
                        <a:t>, </a:t>
                      </a:r>
                      <a:r>
                        <a:rPr sz="1200" b="0" dirty="0" err="1">
                          <a:solidFill>
                            <a:schemeClr val="accent6">
                              <a:lumMod val="40000"/>
                              <a:lumOff val="60000"/>
                            </a:schemeClr>
                          </a:solidFill>
                          <a:latin typeface="Aptos"/>
                        </a:rPr>
                        <a:t>Bank_ID</a:t>
                      </a:r>
                      <a:r>
                        <a:rPr sz="1200" b="0" dirty="0">
                          <a:solidFill>
                            <a:schemeClr val="accent6">
                              <a:lumMod val="40000"/>
                              <a:lumOff val="60000"/>
                            </a:schemeClr>
                          </a:solidFill>
                          <a:latin typeface="Aptos"/>
                        </a:rPr>
                        <a:t> (FK → Bank)</a:t>
                      </a:r>
                    </a:p>
                  </a:txBody>
                  <a:tcPr marT="18288" marB="18288" anchor="ctr">
                    <a:solidFill>
                      <a:srgbClr val="1C1C1C"/>
                    </a:solidFill>
                  </a:tcPr>
                </a:tc>
                <a:extLst>
                  <a:ext uri="{0D108BD9-81ED-4DB2-BD59-A6C34878D82A}">
                    <a16:rowId xmlns:a16="http://schemas.microsoft.com/office/drawing/2014/main" val="10002"/>
                  </a:ext>
                </a:extLst>
              </a:tr>
              <a:tr h="393192">
                <a:tc>
                  <a:txBody>
                    <a:bodyPr/>
                    <a:lstStyle/>
                    <a:p>
                      <a:r>
                        <a:rPr sz="1200" b="1" dirty="0">
                          <a:solidFill>
                            <a:schemeClr val="accent6">
                              <a:lumMod val="40000"/>
                              <a:lumOff val="60000"/>
                            </a:schemeClr>
                          </a:solidFill>
                          <a:latin typeface="Aptos"/>
                        </a:rPr>
                        <a:t>EMPLOYEE</a:t>
                      </a:r>
                    </a:p>
                  </a:txBody>
                  <a:tcPr marT="18288" marB="18288" anchor="ctr">
                    <a:solidFill>
                      <a:srgbClr val="1C1C1C"/>
                    </a:solidFill>
                  </a:tcPr>
                </a:tc>
                <a:tc>
                  <a:txBody>
                    <a:bodyPr/>
                    <a:lstStyle/>
                    <a:p>
                      <a:r>
                        <a:rPr sz="1200" b="0" dirty="0" err="1">
                          <a:solidFill>
                            <a:schemeClr val="accent6">
                              <a:lumMod val="40000"/>
                              <a:lumOff val="60000"/>
                            </a:schemeClr>
                          </a:solidFill>
                          <a:latin typeface="Aptos"/>
                        </a:rPr>
                        <a:t>Employee_ID</a:t>
                      </a:r>
                      <a:r>
                        <a:rPr sz="1200" b="0" dirty="0">
                          <a:solidFill>
                            <a:schemeClr val="accent6">
                              <a:lumMod val="40000"/>
                              <a:lumOff val="60000"/>
                            </a:schemeClr>
                          </a:solidFill>
                          <a:latin typeface="Aptos"/>
                        </a:rPr>
                        <a:t> (PK), </a:t>
                      </a:r>
                      <a:r>
                        <a:rPr sz="1200" b="0" dirty="0" err="1">
                          <a:solidFill>
                            <a:schemeClr val="accent6">
                              <a:lumMod val="40000"/>
                              <a:lumOff val="60000"/>
                            </a:schemeClr>
                          </a:solidFill>
                          <a:latin typeface="Aptos"/>
                        </a:rPr>
                        <a:t>Employee_Name</a:t>
                      </a:r>
                      <a:r>
                        <a:rPr sz="1200" b="0" dirty="0">
                          <a:solidFill>
                            <a:schemeClr val="accent6">
                              <a:lumMod val="40000"/>
                              <a:lumOff val="60000"/>
                            </a:schemeClr>
                          </a:solidFill>
                          <a:latin typeface="Aptos"/>
                        </a:rPr>
                        <a:t>, Position, </a:t>
                      </a:r>
                      <a:r>
                        <a:rPr sz="1200" b="0" dirty="0" err="1">
                          <a:solidFill>
                            <a:schemeClr val="accent6">
                              <a:lumMod val="40000"/>
                              <a:lumOff val="60000"/>
                            </a:schemeClr>
                          </a:solidFill>
                          <a:latin typeface="Aptos"/>
                        </a:rPr>
                        <a:t>Join_Date</a:t>
                      </a:r>
                      <a:r>
                        <a:rPr sz="1200" b="0" dirty="0">
                          <a:solidFill>
                            <a:schemeClr val="accent6">
                              <a:lumMod val="40000"/>
                              <a:lumOff val="60000"/>
                            </a:schemeClr>
                          </a:solidFill>
                          <a:latin typeface="Aptos"/>
                        </a:rPr>
                        <a:t>, </a:t>
                      </a:r>
                      <a:r>
                        <a:rPr sz="1200" b="0" dirty="0" err="1">
                          <a:solidFill>
                            <a:schemeClr val="accent6">
                              <a:lumMod val="40000"/>
                              <a:lumOff val="60000"/>
                            </a:schemeClr>
                          </a:solidFill>
                          <a:latin typeface="Aptos"/>
                        </a:rPr>
                        <a:t>Branch_ID</a:t>
                      </a:r>
                      <a:r>
                        <a:rPr sz="1200" b="0" dirty="0">
                          <a:solidFill>
                            <a:schemeClr val="accent6">
                              <a:lumMod val="40000"/>
                              <a:lumOff val="60000"/>
                            </a:schemeClr>
                          </a:solidFill>
                          <a:latin typeface="Aptos"/>
                        </a:rPr>
                        <a:t> (FK → Branch)</a:t>
                      </a:r>
                    </a:p>
                  </a:txBody>
                  <a:tcPr marT="18288" marB="18288" anchor="ctr">
                    <a:solidFill>
                      <a:srgbClr val="1C1C1C"/>
                    </a:solidFill>
                  </a:tcPr>
                </a:tc>
                <a:extLst>
                  <a:ext uri="{0D108BD9-81ED-4DB2-BD59-A6C34878D82A}">
                    <a16:rowId xmlns:a16="http://schemas.microsoft.com/office/drawing/2014/main" val="10003"/>
                  </a:ext>
                </a:extLst>
              </a:tr>
              <a:tr h="393192">
                <a:tc>
                  <a:txBody>
                    <a:bodyPr/>
                    <a:lstStyle/>
                    <a:p>
                      <a:r>
                        <a:rPr sz="1200" b="1" dirty="0">
                          <a:solidFill>
                            <a:schemeClr val="accent6">
                              <a:lumMod val="40000"/>
                              <a:lumOff val="60000"/>
                            </a:schemeClr>
                          </a:solidFill>
                          <a:latin typeface="Aptos"/>
                        </a:rPr>
                        <a:t>EMPLOYEE_PHONE</a:t>
                      </a:r>
                    </a:p>
                  </a:txBody>
                  <a:tcPr marT="18288" marB="18288" anchor="ctr">
                    <a:solidFill>
                      <a:srgbClr val="1C1C1C"/>
                    </a:solidFill>
                  </a:tcPr>
                </a:tc>
                <a:tc>
                  <a:txBody>
                    <a:bodyPr/>
                    <a:lstStyle/>
                    <a:p>
                      <a:r>
                        <a:rPr sz="1200" b="0" dirty="0" err="1">
                          <a:solidFill>
                            <a:schemeClr val="accent6">
                              <a:lumMod val="40000"/>
                              <a:lumOff val="60000"/>
                            </a:schemeClr>
                          </a:solidFill>
                          <a:latin typeface="Aptos"/>
                        </a:rPr>
                        <a:t>Employee_ID</a:t>
                      </a:r>
                      <a:r>
                        <a:rPr sz="1200" b="0" dirty="0">
                          <a:solidFill>
                            <a:schemeClr val="accent6">
                              <a:lumMod val="40000"/>
                              <a:lumOff val="60000"/>
                            </a:schemeClr>
                          </a:solidFill>
                          <a:latin typeface="Aptos"/>
                        </a:rPr>
                        <a:t> (FK → Employee), </a:t>
                      </a:r>
                      <a:r>
                        <a:rPr sz="1200" b="0" dirty="0" err="1">
                          <a:solidFill>
                            <a:schemeClr val="accent6">
                              <a:lumMod val="40000"/>
                              <a:lumOff val="60000"/>
                            </a:schemeClr>
                          </a:solidFill>
                          <a:latin typeface="Aptos"/>
                        </a:rPr>
                        <a:t>Phoneno</a:t>
                      </a:r>
                      <a:r>
                        <a:rPr sz="1200" b="0" dirty="0">
                          <a:solidFill>
                            <a:schemeClr val="accent6">
                              <a:lumMod val="40000"/>
                              <a:lumOff val="60000"/>
                            </a:schemeClr>
                          </a:solidFill>
                          <a:latin typeface="Aptos"/>
                        </a:rPr>
                        <a:t>   [PK: </a:t>
                      </a:r>
                      <a:r>
                        <a:rPr sz="1200" b="0" dirty="0" err="1">
                          <a:solidFill>
                            <a:schemeClr val="accent6">
                              <a:lumMod val="40000"/>
                              <a:lumOff val="60000"/>
                            </a:schemeClr>
                          </a:solidFill>
                          <a:latin typeface="Aptos"/>
                        </a:rPr>
                        <a:t>Employee_ID</a:t>
                      </a:r>
                      <a:r>
                        <a:rPr sz="1200" b="0" dirty="0">
                          <a:solidFill>
                            <a:schemeClr val="accent6">
                              <a:lumMod val="40000"/>
                              <a:lumOff val="60000"/>
                            </a:schemeClr>
                          </a:solidFill>
                          <a:latin typeface="Aptos"/>
                        </a:rPr>
                        <a:t> + </a:t>
                      </a:r>
                      <a:r>
                        <a:rPr sz="1200" b="0" dirty="0" err="1">
                          <a:solidFill>
                            <a:schemeClr val="accent6">
                              <a:lumMod val="40000"/>
                              <a:lumOff val="60000"/>
                            </a:schemeClr>
                          </a:solidFill>
                          <a:latin typeface="Aptos"/>
                        </a:rPr>
                        <a:t>Phoneno</a:t>
                      </a:r>
                      <a:r>
                        <a:rPr sz="1200" b="0" dirty="0">
                          <a:solidFill>
                            <a:schemeClr val="accent6">
                              <a:lumMod val="40000"/>
                              <a:lumOff val="60000"/>
                            </a:schemeClr>
                          </a:solidFill>
                          <a:latin typeface="Aptos"/>
                        </a:rPr>
                        <a:t>]</a:t>
                      </a:r>
                    </a:p>
                  </a:txBody>
                  <a:tcPr marT="18288" marB="18288" anchor="ctr">
                    <a:solidFill>
                      <a:srgbClr val="1C1C1C"/>
                    </a:solidFill>
                  </a:tcPr>
                </a:tc>
                <a:extLst>
                  <a:ext uri="{0D108BD9-81ED-4DB2-BD59-A6C34878D82A}">
                    <a16:rowId xmlns:a16="http://schemas.microsoft.com/office/drawing/2014/main" val="10004"/>
                  </a:ext>
                </a:extLst>
              </a:tr>
              <a:tr h="393192">
                <a:tc>
                  <a:txBody>
                    <a:bodyPr/>
                    <a:lstStyle/>
                    <a:p>
                      <a:r>
                        <a:rPr sz="1200" b="1" dirty="0">
                          <a:solidFill>
                            <a:schemeClr val="accent6">
                              <a:lumMod val="40000"/>
                              <a:lumOff val="60000"/>
                            </a:schemeClr>
                          </a:solidFill>
                          <a:latin typeface="Aptos"/>
                        </a:rPr>
                        <a:t>CUSTOMER</a:t>
                      </a:r>
                    </a:p>
                  </a:txBody>
                  <a:tcPr marT="18288" marB="18288" anchor="ctr">
                    <a:solidFill>
                      <a:srgbClr val="1C1C1C"/>
                    </a:solidFill>
                  </a:tcPr>
                </a:tc>
                <a:tc>
                  <a:txBody>
                    <a:bodyPr/>
                    <a:lstStyle/>
                    <a:p>
                      <a:r>
                        <a:rPr sz="1200" b="0" dirty="0" err="1">
                          <a:solidFill>
                            <a:schemeClr val="accent6">
                              <a:lumMod val="40000"/>
                              <a:lumOff val="60000"/>
                            </a:schemeClr>
                          </a:solidFill>
                          <a:latin typeface="Aptos"/>
                        </a:rPr>
                        <a:t>Customer_ID</a:t>
                      </a:r>
                      <a:r>
                        <a:rPr sz="1200" b="0" dirty="0">
                          <a:solidFill>
                            <a:schemeClr val="accent6">
                              <a:lumMod val="40000"/>
                              <a:lumOff val="60000"/>
                            </a:schemeClr>
                          </a:solidFill>
                          <a:latin typeface="Aptos"/>
                        </a:rPr>
                        <a:t> (PK), </a:t>
                      </a:r>
                      <a:r>
                        <a:rPr sz="1200" b="0" dirty="0" err="1">
                          <a:solidFill>
                            <a:schemeClr val="accent6">
                              <a:lumMod val="40000"/>
                              <a:lumOff val="60000"/>
                            </a:schemeClr>
                          </a:solidFill>
                          <a:latin typeface="Aptos"/>
                        </a:rPr>
                        <a:t>First_Name</a:t>
                      </a:r>
                      <a:r>
                        <a:rPr sz="1200" b="0" dirty="0">
                          <a:solidFill>
                            <a:schemeClr val="accent6">
                              <a:lumMod val="40000"/>
                              <a:lumOff val="60000"/>
                            </a:schemeClr>
                          </a:solidFill>
                          <a:latin typeface="Aptos"/>
                        </a:rPr>
                        <a:t>, </a:t>
                      </a:r>
                      <a:r>
                        <a:rPr sz="1200" b="0" dirty="0" err="1">
                          <a:solidFill>
                            <a:schemeClr val="accent6">
                              <a:lumMod val="40000"/>
                              <a:lumOff val="60000"/>
                            </a:schemeClr>
                          </a:solidFill>
                          <a:latin typeface="Aptos"/>
                        </a:rPr>
                        <a:t>Last_Name</a:t>
                      </a:r>
                      <a:r>
                        <a:rPr sz="1200" b="0" dirty="0">
                          <a:solidFill>
                            <a:schemeClr val="accent6">
                              <a:lumMod val="40000"/>
                              <a:lumOff val="60000"/>
                            </a:schemeClr>
                          </a:solidFill>
                          <a:latin typeface="Aptos"/>
                        </a:rPr>
                        <a:t>, Email, Address</a:t>
                      </a:r>
                    </a:p>
                  </a:txBody>
                  <a:tcPr marT="18288" marB="18288" anchor="ctr">
                    <a:solidFill>
                      <a:srgbClr val="1C1C1C"/>
                    </a:solidFill>
                  </a:tcPr>
                </a:tc>
                <a:extLst>
                  <a:ext uri="{0D108BD9-81ED-4DB2-BD59-A6C34878D82A}">
                    <a16:rowId xmlns:a16="http://schemas.microsoft.com/office/drawing/2014/main" val="10005"/>
                  </a:ext>
                </a:extLst>
              </a:tr>
              <a:tr h="393192">
                <a:tc>
                  <a:txBody>
                    <a:bodyPr/>
                    <a:lstStyle/>
                    <a:p>
                      <a:r>
                        <a:rPr sz="1200" b="1" dirty="0">
                          <a:solidFill>
                            <a:schemeClr val="accent6">
                              <a:lumMod val="40000"/>
                              <a:lumOff val="60000"/>
                            </a:schemeClr>
                          </a:solidFill>
                          <a:latin typeface="Aptos"/>
                        </a:rPr>
                        <a:t>CUSTOMER_PHONE</a:t>
                      </a:r>
                    </a:p>
                  </a:txBody>
                  <a:tcPr marT="18288" marB="18288" anchor="ctr">
                    <a:solidFill>
                      <a:srgbClr val="1C1C1C"/>
                    </a:solidFill>
                  </a:tcPr>
                </a:tc>
                <a:tc>
                  <a:txBody>
                    <a:bodyPr/>
                    <a:lstStyle/>
                    <a:p>
                      <a:r>
                        <a:rPr sz="1200" b="0" dirty="0" err="1">
                          <a:solidFill>
                            <a:schemeClr val="accent6">
                              <a:lumMod val="40000"/>
                              <a:lumOff val="60000"/>
                            </a:schemeClr>
                          </a:solidFill>
                          <a:latin typeface="Aptos"/>
                        </a:rPr>
                        <a:t>Customer_ID</a:t>
                      </a:r>
                      <a:r>
                        <a:rPr sz="1200" b="0" dirty="0">
                          <a:solidFill>
                            <a:schemeClr val="accent6">
                              <a:lumMod val="40000"/>
                              <a:lumOff val="60000"/>
                            </a:schemeClr>
                          </a:solidFill>
                          <a:latin typeface="Aptos"/>
                        </a:rPr>
                        <a:t> (FK → Customer), </a:t>
                      </a:r>
                      <a:r>
                        <a:rPr sz="1200" b="0" dirty="0" err="1">
                          <a:solidFill>
                            <a:schemeClr val="accent6">
                              <a:lumMod val="40000"/>
                              <a:lumOff val="60000"/>
                            </a:schemeClr>
                          </a:solidFill>
                          <a:latin typeface="Aptos"/>
                        </a:rPr>
                        <a:t>Phoneno</a:t>
                      </a:r>
                      <a:r>
                        <a:rPr sz="1200" b="0" dirty="0">
                          <a:solidFill>
                            <a:schemeClr val="accent6">
                              <a:lumMod val="40000"/>
                              <a:lumOff val="60000"/>
                            </a:schemeClr>
                          </a:solidFill>
                          <a:latin typeface="Aptos"/>
                        </a:rPr>
                        <a:t>   [PK: </a:t>
                      </a:r>
                      <a:r>
                        <a:rPr sz="1200" b="0" dirty="0" err="1">
                          <a:solidFill>
                            <a:schemeClr val="accent6">
                              <a:lumMod val="40000"/>
                              <a:lumOff val="60000"/>
                            </a:schemeClr>
                          </a:solidFill>
                          <a:latin typeface="Aptos"/>
                        </a:rPr>
                        <a:t>Customer_ID</a:t>
                      </a:r>
                      <a:r>
                        <a:rPr sz="1200" b="0" dirty="0">
                          <a:solidFill>
                            <a:schemeClr val="accent6">
                              <a:lumMod val="40000"/>
                              <a:lumOff val="60000"/>
                            </a:schemeClr>
                          </a:solidFill>
                          <a:latin typeface="Aptos"/>
                        </a:rPr>
                        <a:t> + </a:t>
                      </a:r>
                      <a:r>
                        <a:rPr sz="1200" b="0" dirty="0" err="1">
                          <a:solidFill>
                            <a:schemeClr val="accent6">
                              <a:lumMod val="40000"/>
                              <a:lumOff val="60000"/>
                            </a:schemeClr>
                          </a:solidFill>
                          <a:latin typeface="Aptos"/>
                        </a:rPr>
                        <a:t>Phoneno</a:t>
                      </a:r>
                      <a:r>
                        <a:rPr sz="1200" b="0" dirty="0">
                          <a:solidFill>
                            <a:schemeClr val="accent6">
                              <a:lumMod val="40000"/>
                              <a:lumOff val="60000"/>
                            </a:schemeClr>
                          </a:solidFill>
                          <a:latin typeface="Aptos"/>
                        </a:rPr>
                        <a:t>]</a:t>
                      </a:r>
                    </a:p>
                  </a:txBody>
                  <a:tcPr marT="18288" marB="18288" anchor="ctr">
                    <a:solidFill>
                      <a:srgbClr val="1C1C1C"/>
                    </a:solidFill>
                  </a:tcPr>
                </a:tc>
                <a:extLst>
                  <a:ext uri="{0D108BD9-81ED-4DB2-BD59-A6C34878D82A}">
                    <a16:rowId xmlns:a16="http://schemas.microsoft.com/office/drawing/2014/main" val="10006"/>
                  </a:ext>
                </a:extLst>
              </a:tr>
              <a:tr h="393192">
                <a:tc>
                  <a:txBody>
                    <a:bodyPr/>
                    <a:lstStyle/>
                    <a:p>
                      <a:r>
                        <a:rPr sz="1200" b="1" dirty="0">
                          <a:solidFill>
                            <a:schemeClr val="accent6">
                              <a:lumMod val="40000"/>
                              <a:lumOff val="60000"/>
                            </a:schemeClr>
                          </a:solidFill>
                          <a:latin typeface="Aptos"/>
                        </a:rPr>
                        <a:t>ACCOUNT</a:t>
                      </a:r>
                    </a:p>
                  </a:txBody>
                  <a:tcPr marT="18288" marB="18288" anchor="ctr">
                    <a:solidFill>
                      <a:srgbClr val="1C1C1C"/>
                    </a:solidFill>
                  </a:tcPr>
                </a:tc>
                <a:tc>
                  <a:txBody>
                    <a:bodyPr/>
                    <a:lstStyle/>
                    <a:p>
                      <a:r>
                        <a:rPr sz="1200" b="0" dirty="0" err="1">
                          <a:solidFill>
                            <a:schemeClr val="accent6">
                              <a:lumMod val="40000"/>
                              <a:lumOff val="60000"/>
                            </a:schemeClr>
                          </a:solidFill>
                          <a:latin typeface="Aptos"/>
                        </a:rPr>
                        <a:t>Account_ID</a:t>
                      </a:r>
                      <a:r>
                        <a:rPr sz="1200" b="0" dirty="0">
                          <a:solidFill>
                            <a:schemeClr val="accent6">
                              <a:lumMod val="40000"/>
                              <a:lumOff val="60000"/>
                            </a:schemeClr>
                          </a:solidFill>
                          <a:latin typeface="Aptos"/>
                        </a:rPr>
                        <a:t> (PK), </a:t>
                      </a:r>
                      <a:r>
                        <a:rPr sz="1200" b="0" dirty="0" err="1">
                          <a:solidFill>
                            <a:schemeClr val="accent6">
                              <a:lumMod val="40000"/>
                              <a:lumOff val="60000"/>
                            </a:schemeClr>
                          </a:solidFill>
                          <a:latin typeface="Aptos"/>
                        </a:rPr>
                        <a:t>Open_Date</a:t>
                      </a:r>
                      <a:r>
                        <a:rPr sz="1200" b="0" dirty="0">
                          <a:solidFill>
                            <a:schemeClr val="accent6">
                              <a:lumMod val="40000"/>
                              <a:lumOff val="60000"/>
                            </a:schemeClr>
                          </a:solidFill>
                          <a:latin typeface="Aptos"/>
                        </a:rPr>
                        <a:t>, Balance, </a:t>
                      </a:r>
                      <a:r>
                        <a:rPr sz="1200" b="0" dirty="0" err="1">
                          <a:solidFill>
                            <a:schemeClr val="accent6">
                              <a:lumMod val="40000"/>
                              <a:lumOff val="60000"/>
                            </a:schemeClr>
                          </a:solidFill>
                          <a:latin typeface="Aptos"/>
                        </a:rPr>
                        <a:t>Customer_ID</a:t>
                      </a:r>
                      <a:r>
                        <a:rPr sz="1200" b="0" dirty="0">
                          <a:solidFill>
                            <a:schemeClr val="accent6">
                              <a:lumMod val="40000"/>
                              <a:lumOff val="60000"/>
                            </a:schemeClr>
                          </a:solidFill>
                          <a:latin typeface="Aptos"/>
                        </a:rPr>
                        <a:t> (FK → Customer), </a:t>
                      </a:r>
                      <a:r>
                        <a:rPr sz="1200" b="0" dirty="0" err="1">
                          <a:solidFill>
                            <a:schemeClr val="accent6">
                              <a:lumMod val="40000"/>
                              <a:lumOff val="60000"/>
                            </a:schemeClr>
                          </a:solidFill>
                          <a:latin typeface="Aptos"/>
                        </a:rPr>
                        <a:t>Branch_ID</a:t>
                      </a:r>
                      <a:r>
                        <a:rPr sz="1200" b="0" dirty="0">
                          <a:solidFill>
                            <a:schemeClr val="accent6">
                              <a:lumMod val="40000"/>
                              <a:lumOff val="60000"/>
                            </a:schemeClr>
                          </a:solidFill>
                          <a:latin typeface="Aptos"/>
                        </a:rPr>
                        <a:t> (FK → Branch)</a:t>
                      </a:r>
                    </a:p>
                  </a:txBody>
                  <a:tcPr marT="18288" marB="18288" anchor="ctr">
                    <a:solidFill>
                      <a:srgbClr val="1C1C1C"/>
                    </a:solidFill>
                  </a:tcPr>
                </a:tc>
                <a:extLst>
                  <a:ext uri="{0D108BD9-81ED-4DB2-BD59-A6C34878D82A}">
                    <a16:rowId xmlns:a16="http://schemas.microsoft.com/office/drawing/2014/main" val="10007"/>
                  </a:ext>
                </a:extLst>
              </a:tr>
              <a:tr h="393192">
                <a:tc>
                  <a:txBody>
                    <a:bodyPr/>
                    <a:lstStyle/>
                    <a:p>
                      <a:r>
                        <a:rPr sz="1200" b="1" dirty="0">
                          <a:solidFill>
                            <a:schemeClr val="accent6">
                              <a:lumMod val="40000"/>
                              <a:lumOff val="60000"/>
                            </a:schemeClr>
                          </a:solidFill>
                          <a:latin typeface="Aptos"/>
                        </a:rPr>
                        <a:t>SAVINGS_ACCOUNT</a:t>
                      </a:r>
                    </a:p>
                  </a:txBody>
                  <a:tcPr marT="18288" marB="18288" anchor="ctr">
                    <a:solidFill>
                      <a:srgbClr val="1C1C1C"/>
                    </a:solidFill>
                  </a:tcPr>
                </a:tc>
                <a:tc>
                  <a:txBody>
                    <a:bodyPr/>
                    <a:lstStyle/>
                    <a:p>
                      <a:r>
                        <a:rPr sz="1200" b="0" dirty="0" err="1">
                          <a:solidFill>
                            <a:schemeClr val="accent6">
                              <a:lumMod val="40000"/>
                              <a:lumOff val="60000"/>
                            </a:schemeClr>
                          </a:solidFill>
                          <a:latin typeface="Aptos"/>
                        </a:rPr>
                        <a:t>Account_ID</a:t>
                      </a:r>
                      <a:r>
                        <a:rPr sz="1200" b="0" dirty="0">
                          <a:solidFill>
                            <a:schemeClr val="accent6">
                              <a:lumMod val="40000"/>
                              <a:lumOff val="60000"/>
                            </a:schemeClr>
                          </a:solidFill>
                          <a:latin typeface="Aptos"/>
                        </a:rPr>
                        <a:t> (PK, FK → Account), </a:t>
                      </a:r>
                      <a:r>
                        <a:rPr sz="1200" b="0" dirty="0" err="1">
                          <a:solidFill>
                            <a:schemeClr val="accent6">
                              <a:lumMod val="40000"/>
                              <a:lumOff val="60000"/>
                            </a:schemeClr>
                          </a:solidFill>
                          <a:latin typeface="Aptos"/>
                        </a:rPr>
                        <a:t>Interest_Rate</a:t>
                      </a:r>
                      <a:endParaRPr sz="1200" b="0" dirty="0">
                        <a:solidFill>
                          <a:schemeClr val="accent6">
                            <a:lumMod val="40000"/>
                            <a:lumOff val="60000"/>
                          </a:schemeClr>
                        </a:solidFill>
                        <a:latin typeface="Aptos"/>
                      </a:endParaRPr>
                    </a:p>
                  </a:txBody>
                  <a:tcPr marT="18288" marB="18288" anchor="ctr">
                    <a:solidFill>
                      <a:srgbClr val="1C1C1C"/>
                    </a:solidFill>
                  </a:tcPr>
                </a:tc>
                <a:extLst>
                  <a:ext uri="{0D108BD9-81ED-4DB2-BD59-A6C34878D82A}">
                    <a16:rowId xmlns:a16="http://schemas.microsoft.com/office/drawing/2014/main" val="10008"/>
                  </a:ext>
                </a:extLst>
              </a:tr>
              <a:tr h="393192">
                <a:tc>
                  <a:txBody>
                    <a:bodyPr/>
                    <a:lstStyle/>
                    <a:p>
                      <a:r>
                        <a:rPr sz="1200" b="1" dirty="0">
                          <a:solidFill>
                            <a:schemeClr val="accent6">
                              <a:lumMod val="40000"/>
                              <a:lumOff val="60000"/>
                            </a:schemeClr>
                          </a:solidFill>
                          <a:latin typeface="Aptos"/>
                        </a:rPr>
                        <a:t>CURRENT_ACCOUNT</a:t>
                      </a:r>
                    </a:p>
                  </a:txBody>
                  <a:tcPr marT="18288" marB="18288" anchor="ctr">
                    <a:solidFill>
                      <a:srgbClr val="1C1C1C"/>
                    </a:solidFill>
                  </a:tcPr>
                </a:tc>
                <a:tc>
                  <a:txBody>
                    <a:bodyPr/>
                    <a:lstStyle/>
                    <a:p>
                      <a:r>
                        <a:rPr sz="1200" b="0" dirty="0" err="1">
                          <a:solidFill>
                            <a:schemeClr val="accent6">
                              <a:lumMod val="40000"/>
                              <a:lumOff val="60000"/>
                            </a:schemeClr>
                          </a:solidFill>
                          <a:latin typeface="Aptos"/>
                        </a:rPr>
                        <a:t>Account_ID</a:t>
                      </a:r>
                      <a:r>
                        <a:rPr sz="1200" b="0" dirty="0">
                          <a:solidFill>
                            <a:schemeClr val="accent6">
                              <a:lumMod val="40000"/>
                              <a:lumOff val="60000"/>
                            </a:schemeClr>
                          </a:solidFill>
                          <a:latin typeface="Aptos"/>
                        </a:rPr>
                        <a:t> (PK, FK → Account), </a:t>
                      </a:r>
                      <a:r>
                        <a:rPr sz="1200" b="0" dirty="0" err="1">
                          <a:solidFill>
                            <a:schemeClr val="accent6">
                              <a:lumMod val="40000"/>
                              <a:lumOff val="60000"/>
                            </a:schemeClr>
                          </a:solidFill>
                          <a:latin typeface="Aptos"/>
                        </a:rPr>
                        <a:t>Overdraft_Amount</a:t>
                      </a:r>
                      <a:endParaRPr sz="1200" b="0" dirty="0">
                        <a:solidFill>
                          <a:schemeClr val="accent6">
                            <a:lumMod val="40000"/>
                            <a:lumOff val="60000"/>
                          </a:schemeClr>
                        </a:solidFill>
                        <a:latin typeface="Aptos"/>
                      </a:endParaRPr>
                    </a:p>
                  </a:txBody>
                  <a:tcPr marT="18288" marB="18288" anchor="ctr">
                    <a:solidFill>
                      <a:srgbClr val="1C1C1C"/>
                    </a:solidFill>
                  </a:tcPr>
                </a:tc>
                <a:extLst>
                  <a:ext uri="{0D108BD9-81ED-4DB2-BD59-A6C34878D82A}">
                    <a16:rowId xmlns:a16="http://schemas.microsoft.com/office/drawing/2014/main" val="10009"/>
                  </a:ext>
                </a:extLst>
              </a:tr>
              <a:tr h="393192">
                <a:tc>
                  <a:txBody>
                    <a:bodyPr/>
                    <a:lstStyle/>
                    <a:p>
                      <a:r>
                        <a:rPr sz="1200" b="1" dirty="0">
                          <a:solidFill>
                            <a:schemeClr val="accent6">
                              <a:lumMod val="40000"/>
                              <a:lumOff val="60000"/>
                            </a:schemeClr>
                          </a:solidFill>
                          <a:latin typeface="Aptos"/>
                        </a:rPr>
                        <a:t>TRANSACTION</a:t>
                      </a:r>
                    </a:p>
                  </a:txBody>
                  <a:tcPr marT="18288" marB="18288" anchor="ctr">
                    <a:solidFill>
                      <a:srgbClr val="1C1C1C"/>
                    </a:solidFill>
                  </a:tcPr>
                </a:tc>
                <a:tc>
                  <a:txBody>
                    <a:bodyPr/>
                    <a:lstStyle/>
                    <a:p>
                      <a:r>
                        <a:rPr sz="1200" b="0" dirty="0" err="1">
                          <a:solidFill>
                            <a:schemeClr val="accent6">
                              <a:lumMod val="40000"/>
                              <a:lumOff val="60000"/>
                            </a:schemeClr>
                          </a:solidFill>
                          <a:latin typeface="Aptos"/>
                        </a:rPr>
                        <a:t>Transaction_ID</a:t>
                      </a:r>
                      <a:r>
                        <a:rPr sz="1200" b="0" dirty="0">
                          <a:solidFill>
                            <a:schemeClr val="accent6">
                              <a:lumMod val="40000"/>
                              <a:lumOff val="60000"/>
                            </a:schemeClr>
                          </a:solidFill>
                          <a:latin typeface="Aptos"/>
                        </a:rPr>
                        <a:t> (PK), </a:t>
                      </a:r>
                      <a:r>
                        <a:rPr sz="1200" b="0" dirty="0" err="1">
                          <a:solidFill>
                            <a:schemeClr val="accent6">
                              <a:lumMod val="40000"/>
                              <a:lumOff val="60000"/>
                            </a:schemeClr>
                          </a:solidFill>
                          <a:latin typeface="Aptos"/>
                        </a:rPr>
                        <a:t>Transaction_Type</a:t>
                      </a:r>
                      <a:r>
                        <a:rPr sz="1200" b="0" dirty="0">
                          <a:solidFill>
                            <a:schemeClr val="accent6">
                              <a:lumMod val="40000"/>
                              <a:lumOff val="60000"/>
                            </a:schemeClr>
                          </a:solidFill>
                          <a:latin typeface="Aptos"/>
                        </a:rPr>
                        <a:t>, </a:t>
                      </a:r>
                      <a:r>
                        <a:rPr sz="1200" b="0" dirty="0" err="1">
                          <a:solidFill>
                            <a:schemeClr val="accent6">
                              <a:lumMod val="40000"/>
                              <a:lumOff val="60000"/>
                            </a:schemeClr>
                          </a:solidFill>
                          <a:latin typeface="Aptos"/>
                        </a:rPr>
                        <a:t>Transaction_Date</a:t>
                      </a:r>
                      <a:r>
                        <a:rPr sz="1200" b="0" dirty="0">
                          <a:solidFill>
                            <a:schemeClr val="accent6">
                              <a:lumMod val="40000"/>
                              <a:lumOff val="60000"/>
                            </a:schemeClr>
                          </a:solidFill>
                          <a:latin typeface="Aptos"/>
                        </a:rPr>
                        <a:t>, Amount, </a:t>
                      </a:r>
                      <a:r>
                        <a:rPr sz="1200" b="0" dirty="0" err="1">
                          <a:solidFill>
                            <a:schemeClr val="accent6">
                              <a:lumMod val="40000"/>
                              <a:lumOff val="60000"/>
                            </a:schemeClr>
                          </a:solidFill>
                          <a:latin typeface="Aptos"/>
                        </a:rPr>
                        <a:t>Account_ID</a:t>
                      </a:r>
                      <a:r>
                        <a:rPr sz="1200" b="0" dirty="0">
                          <a:solidFill>
                            <a:schemeClr val="accent6">
                              <a:lumMod val="40000"/>
                              <a:lumOff val="60000"/>
                            </a:schemeClr>
                          </a:solidFill>
                          <a:latin typeface="Aptos"/>
                        </a:rPr>
                        <a:t> (FK → Account)</a:t>
                      </a:r>
                    </a:p>
                  </a:txBody>
                  <a:tcPr marT="18288" marB="18288" anchor="ctr">
                    <a:solidFill>
                      <a:srgbClr val="1C1C1C"/>
                    </a:solidFill>
                  </a:tcPr>
                </a:tc>
                <a:extLst>
                  <a:ext uri="{0D108BD9-81ED-4DB2-BD59-A6C34878D82A}">
                    <a16:rowId xmlns:a16="http://schemas.microsoft.com/office/drawing/2014/main" val="10010"/>
                  </a:ext>
                </a:extLst>
              </a:tr>
              <a:tr h="393192">
                <a:tc>
                  <a:txBody>
                    <a:bodyPr/>
                    <a:lstStyle/>
                    <a:p>
                      <a:r>
                        <a:rPr sz="1200" b="1" dirty="0">
                          <a:solidFill>
                            <a:schemeClr val="accent6">
                              <a:lumMod val="40000"/>
                              <a:lumOff val="60000"/>
                            </a:schemeClr>
                          </a:solidFill>
                          <a:latin typeface="Aptos"/>
                        </a:rPr>
                        <a:t>LOAN</a:t>
                      </a:r>
                    </a:p>
                  </a:txBody>
                  <a:tcPr marT="18288" marB="18288" anchor="ctr">
                    <a:solidFill>
                      <a:srgbClr val="1C1C1C"/>
                    </a:solidFill>
                  </a:tcPr>
                </a:tc>
                <a:tc>
                  <a:txBody>
                    <a:bodyPr/>
                    <a:lstStyle/>
                    <a:p>
                      <a:r>
                        <a:rPr sz="1200" b="0" dirty="0" err="1">
                          <a:solidFill>
                            <a:schemeClr val="accent6">
                              <a:lumMod val="40000"/>
                              <a:lumOff val="60000"/>
                            </a:schemeClr>
                          </a:solidFill>
                          <a:latin typeface="Aptos"/>
                        </a:rPr>
                        <a:t>Loan_ID</a:t>
                      </a:r>
                      <a:r>
                        <a:rPr sz="1200" b="0" dirty="0">
                          <a:solidFill>
                            <a:schemeClr val="accent6">
                              <a:lumMod val="40000"/>
                              <a:lumOff val="60000"/>
                            </a:schemeClr>
                          </a:solidFill>
                          <a:latin typeface="Aptos"/>
                        </a:rPr>
                        <a:t> (PK), </a:t>
                      </a:r>
                      <a:r>
                        <a:rPr sz="1200" b="0" dirty="0" err="1">
                          <a:solidFill>
                            <a:schemeClr val="accent6">
                              <a:lumMod val="40000"/>
                              <a:lumOff val="60000"/>
                            </a:schemeClr>
                          </a:solidFill>
                          <a:latin typeface="Aptos"/>
                        </a:rPr>
                        <a:t>Loan_Type</a:t>
                      </a:r>
                      <a:r>
                        <a:rPr sz="1200" b="0" dirty="0">
                          <a:solidFill>
                            <a:schemeClr val="accent6">
                              <a:lumMod val="40000"/>
                              <a:lumOff val="60000"/>
                            </a:schemeClr>
                          </a:solidFill>
                          <a:latin typeface="Aptos"/>
                        </a:rPr>
                        <a:t>, </a:t>
                      </a:r>
                      <a:r>
                        <a:rPr sz="1200" b="0" dirty="0" err="1">
                          <a:solidFill>
                            <a:schemeClr val="accent6">
                              <a:lumMod val="40000"/>
                              <a:lumOff val="60000"/>
                            </a:schemeClr>
                          </a:solidFill>
                          <a:latin typeface="Aptos"/>
                        </a:rPr>
                        <a:t>Loan_Amount</a:t>
                      </a:r>
                      <a:r>
                        <a:rPr sz="1200" b="0" dirty="0">
                          <a:solidFill>
                            <a:schemeClr val="accent6">
                              <a:lumMod val="40000"/>
                              <a:lumOff val="60000"/>
                            </a:schemeClr>
                          </a:solidFill>
                          <a:latin typeface="Aptos"/>
                        </a:rPr>
                        <a:t>, </a:t>
                      </a:r>
                      <a:r>
                        <a:rPr sz="1200" b="0" dirty="0" err="1">
                          <a:solidFill>
                            <a:schemeClr val="accent6">
                              <a:lumMod val="40000"/>
                              <a:lumOff val="60000"/>
                            </a:schemeClr>
                          </a:solidFill>
                          <a:latin typeface="Aptos"/>
                        </a:rPr>
                        <a:t>Interest_Rate</a:t>
                      </a:r>
                      <a:r>
                        <a:rPr sz="1200" b="0" dirty="0">
                          <a:solidFill>
                            <a:schemeClr val="accent6">
                              <a:lumMod val="40000"/>
                              <a:lumOff val="60000"/>
                            </a:schemeClr>
                          </a:solidFill>
                          <a:latin typeface="Aptos"/>
                        </a:rPr>
                        <a:t>, </a:t>
                      </a:r>
                      <a:r>
                        <a:rPr sz="1200" b="0" dirty="0" err="1">
                          <a:solidFill>
                            <a:schemeClr val="accent6">
                              <a:lumMod val="40000"/>
                              <a:lumOff val="60000"/>
                            </a:schemeClr>
                          </a:solidFill>
                          <a:latin typeface="Aptos"/>
                        </a:rPr>
                        <a:t>Loan_Date</a:t>
                      </a:r>
                      <a:r>
                        <a:rPr sz="1200" b="0" dirty="0">
                          <a:solidFill>
                            <a:schemeClr val="accent6">
                              <a:lumMod val="40000"/>
                              <a:lumOff val="60000"/>
                            </a:schemeClr>
                          </a:solidFill>
                          <a:latin typeface="Aptos"/>
                        </a:rPr>
                        <a:t>, </a:t>
                      </a:r>
                      <a:r>
                        <a:rPr sz="1200" b="0" dirty="0" err="1">
                          <a:solidFill>
                            <a:schemeClr val="accent6">
                              <a:lumMod val="40000"/>
                              <a:lumOff val="60000"/>
                            </a:schemeClr>
                          </a:solidFill>
                          <a:latin typeface="Aptos"/>
                        </a:rPr>
                        <a:t>Customer_ID</a:t>
                      </a:r>
                      <a:r>
                        <a:rPr sz="1200" b="0" dirty="0">
                          <a:solidFill>
                            <a:schemeClr val="accent6">
                              <a:lumMod val="40000"/>
                              <a:lumOff val="60000"/>
                            </a:schemeClr>
                          </a:solidFill>
                          <a:latin typeface="Aptos"/>
                        </a:rPr>
                        <a:t> (FK → Customer)</a:t>
                      </a:r>
                    </a:p>
                  </a:txBody>
                  <a:tcPr marT="18288" marB="18288" anchor="ctr">
                    <a:solidFill>
                      <a:srgbClr val="1C1C1C"/>
                    </a:solidFill>
                  </a:tcPr>
                </a:tc>
                <a:extLst>
                  <a:ext uri="{0D108BD9-81ED-4DB2-BD59-A6C34878D82A}">
                    <a16:rowId xmlns:a16="http://schemas.microsoft.com/office/drawing/2014/main" val="10011"/>
                  </a:ext>
                </a:extLst>
              </a:tr>
            </a:tbl>
          </a:graphicData>
        </a:graphic>
      </p:graphicFrame>
      <p:sp>
        <p:nvSpPr>
          <p:cNvPr id="7" name="TextBox 6"/>
          <p:cNvSpPr txBox="1"/>
          <p:nvPr/>
        </p:nvSpPr>
        <p:spPr>
          <a:xfrm>
            <a:off x="548640" y="6053328"/>
            <a:ext cx="11064240" cy="320040"/>
          </a:xfrm>
          <a:prstGeom prst="rect">
            <a:avLst/>
          </a:prstGeom>
          <a:noFill/>
        </p:spPr>
        <p:txBody>
          <a:bodyPr wrap="square">
            <a:spAutoFit/>
          </a:bodyPr>
          <a:lstStyle/>
          <a:p>
            <a:r>
              <a:rPr sz="1050">
                <a:solidFill>
                  <a:srgbClr val="CFCBC2"/>
                </a:solidFill>
                <a:latin typeface="Aptos"/>
              </a:rPr>
              <a:t>Multivalued Phoneno → separate phone tables.  Composite Name → First_Name, Last_Name.  Derived Age is not stored.  ISA → Savings/Current share Account_ID.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21B6C365-4B43-8900-7914-4C9A5B1944BD}"/>
              </a:ext>
            </a:extLst>
          </p:cNvPr>
          <p:cNvSpPr>
            <a:spLocks noGrp="1"/>
          </p:cNvSpPr>
          <p:nvPr>
            <p:ph type="title"/>
          </p:nvPr>
        </p:nvSpPr>
        <p:spPr>
          <a:xfrm>
            <a:off x="758148" y="-111095"/>
            <a:ext cx="9830017" cy="731520"/>
          </a:xfrm>
        </p:spPr>
        <p:txBody>
          <a:bodyPr/>
          <a:lstStyle/>
          <a:p>
            <a:pPr algn="ctr"/>
            <a:r>
              <a:rPr lang="en-US" b="1" dirty="0">
                <a:solidFill>
                  <a:srgbClr val="FFC000"/>
                </a:solidFill>
                <a:latin typeface="Californian FB" panose="0207040306080B030204" pitchFamily="18" charset="0"/>
              </a:rPr>
              <a:t>ER DIAGRAM  </a:t>
            </a:r>
          </a:p>
        </p:txBody>
      </p:sp>
      <p:pic>
        <p:nvPicPr>
          <p:cNvPr id="2" name="Picture 1">
            <a:extLst>
              <a:ext uri="{FF2B5EF4-FFF2-40B4-BE49-F238E27FC236}">
                <a16:creationId xmlns:a16="http://schemas.microsoft.com/office/drawing/2014/main" id="{02902D09-DC86-2AB2-5320-90D57671A01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24465" y="1008062"/>
            <a:ext cx="11661058" cy="5717203"/>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164FE64-7220-255C-393E-72E33B3B2AC8}"/>
              </a:ext>
            </a:extLst>
          </p:cNvPr>
          <p:cNvSpPr txBox="1"/>
          <p:nvPr/>
        </p:nvSpPr>
        <p:spPr>
          <a:xfrm>
            <a:off x="230886" y="373118"/>
            <a:ext cx="6094476" cy="369332"/>
          </a:xfrm>
          <a:prstGeom prst="rect">
            <a:avLst/>
          </a:prstGeom>
          <a:noFill/>
        </p:spPr>
        <p:txBody>
          <a:bodyPr wrap="square">
            <a:spAutoFit/>
          </a:bodyPr>
          <a:lstStyle/>
          <a:p>
            <a:r>
              <a:rPr lang="en-US" sz="1800" b="1" dirty="0">
                <a:solidFill>
                  <a:srgbClr val="FFC000"/>
                </a:solidFill>
              </a:rPr>
              <a:t>2.BANK TABLE</a:t>
            </a:r>
            <a:endParaRPr lang="en-IN" sz="1800" b="1" dirty="0">
              <a:solidFill>
                <a:srgbClr val="FFC000"/>
              </a:solidFill>
            </a:endParaRPr>
          </a:p>
        </p:txBody>
      </p:sp>
      <p:pic>
        <p:nvPicPr>
          <p:cNvPr id="5" name="Picture 4">
            <a:extLst>
              <a:ext uri="{FF2B5EF4-FFF2-40B4-BE49-F238E27FC236}">
                <a16:creationId xmlns:a16="http://schemas.microsoft.com/office/drawing/2014/main" id="{07313173-32A3-D8A2-CEF1-9E234105C9EC}"/>
              </a:ext>
            </a:extLst>
          </p:cNvPr>
          <p:cNvPicPr>
            <a:picLocks noChangeAspect="1"/>
          </p:cNvPicPr>
          <p:nvPr/>
        </p:nvPicPr>
        <p:blipFill>
          <a:blip r:embed="rId2"/>
          <a:stretch>
            <a:fillRect/>
          </a:stretch>
        </p:blipFill>
        <p:spPr>
          <a:xfrm>
            <a:off x="304038" y="1170137"/>
            <a:ext cx="3589331" cy="1279492"/>
          </a:xfrm>
          <a:prstGeom prst="rect">
            <a:avLst/>
          </a:prstGeom>
        </p:spPr>
      </p:pic>
      <p:pic>
        <p:nvPicPr>
          <p:cNvPr id="7" name="Picture 6">
            <a:extLst>
              <a:ext uri="{FF2B5EF4-FFF2-40B4-BE49-F238E27FC236}">
                <a16:creationId xmlns:a16="http://schemas.microsoft.com/office/drawing/2014/main" id="{9468D474-8662-9A86-CF50-9697D722BA42}"/>
              </a:ext>
            </a:extLst>
          </p:cNvPr>
          <p:cNvPicPr>
            <a:picLocks noChangeAspect="1"/>
          </p:cNvPicPr>
          <p:nvPr/>
        </p:nvPicPr>
        <p:blipFill>
          <a:blip r:embed="rId3"/>
          <a:stretch>
            <a:fillRect/>
          </a:stretch>
        </p:blipFill>
        <p:spPr>
          <a:xfrm>
            <a:off x="339929" y="2734862"/>
            <a:ext cx="3553440" cy="3750020"/>
          </a:xfrm>
          <a:prstGeom prst="rect">
            <a:avLst/>
          </a:prstGeom>
        </p:spPr>
      </p:pic>
      <p:pic>
        <p:nvPicPr>
          <p:cNvPr id="9" name="Picture 8">
            <a:extLst>
              <a:ext uri="{FF2B5EF4-FFF2-40B4-BE49-F238E27FC236}">
                <a16:creationId xmlns:a16="http://schemas.microsoft.com/office/drawing/2014/main" id="{7C69DD93-B0C2-0033-BB33-59979775B845}"/>
              </a:ext>
            </a:extLst>
          </p:cNvPr>
          <p:cNvPicPr>
            <a:picLocks noChangeAspect="1"/>
          </p:cNvPicPr>
          <p:nvPr/>
        </p:nvPicPr>
        <p:blipFill>
          <a:blip r:embed="rId4"/>
          <a:stretch>
            <a:fillRect/>
          </a:stretch>
        </p:blipFill>
        <p:spPr>
          <a:xfrm>
            <a:off x="6871114" y="1572768"/>
            <a:ext cx="3745070" cy="2963890"/>
          </a:xfrm>
          <a:prstGeom prst="rect">
            <a:avLst/>
          </a:prstGeom>
        </p:spPr>
      </p:pic>
    </p:spTree>
    <p:extLst>
      <p:ext uri="{BB962C8B-B14F-4D97-AF65-F5344CB8AC3E}">
        <p14:creationId xmlns:p14="http://schemas.microsoft.com/office/powerpoint/2010/main" val="25504046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1" name="TextBox 20">
            <a:extLst>
              <a:ext uri="{FF2B5EF4-FFF2-40B4-BE49-F238E27FC236}">
                <a16:creationId xmlns:a16="http://schemas.microsoft.com/office/drawing/2014/main" id="{2EBAF698-06B1-62F2-8745-F3AEAEE7074B}"/>
              </a:ext>
            </a:extLst>
          </p:cNvPr>
          <p:cNvSpPr txBox="1"/>
          <p:nvPr/>
        </p:nvSpPr>
        <p:spPr>
          <a:xfrm>
            <a:off x="4277031" y="216310"/>
            <a:ext cx="3175821" cy="400110"/>
          </a:xfrm>
          <a:prstGeom prst="rect">
            <a:avLst/>
          </a:prstGeom>
          <a:noFill/>
        </p:spPr>
        <p:txBody>
          <a:bodyPr wrap="square" rtlCol="0">
            <a:spAutoFit/>
          </a:bodyPr>
          <a:lstStyle/>
          <a:p>
            <a:r>
              <a:rPr lang="en-US" sz="2000" b="1" dirty="0">
                <a:solidFill>
                  <a:srgbClr val="FFC000"/>
                </a:solidFill>
              </a:rPr>
              <a:t>ENTITY SET TO TABLES</a:t>
            </a:r>
            <a:endParaRPr lang="en-IN" sz="2000" b="1" dirty="0">
              <a:solidFill>
                <a:srgbClr val="FFC000"/>
              </a:solidFill>
            </a:endParaRPr>
          </a:p>
        </p:txBody>
      </p:sp>
      <p:sp>
        <p:nvSpPr>
          <p:cNvPr id="22" name="TextBox 21">
            <a:extLst>
              <a:ext uri="{FF2B5EF4-FFF2-40B4-BE49-F238E27FC236}">
                <a16:creationId xmlns:a16="http://schemas.microsoft.com/office/drawing/2014/main" id="{B2FD32E2-D456-2611-BBA0-8C93E6C5A82B}"/>
              </a:ext>
            </a:extLst>
          </p:cNvPr>
          <p:cNvSpPr txBox="1"/>
          <p:nvPr/>
        </p:nvSpPr>
        <p:spPr>
          <a:xfrm>
            <a:off x="471948" y="1081548"/>
            <a:ext cx="2585884" cy="369332"/>
          </a:xfrm>
          <a:prstGeom prst="rect">
            <a:avLst/>
          </a:prstGeom>
          <a:noFill/>
        </p:spPr>
        <p:txBody>
          <a:bodyPr wrap="square" rtlCol="0">
            <a:spAutoFit/>
          </a:bodyPr>
          <a:lstStyle/>
          <a:p>
            <a:r>
              <a:rPr lang="en-US" dirty="0">
                <a:solidFill>
                  <a:srgbClr val="FFC000"/>
                </a:solidFill>
              </a:rPr>
              <a:t>1.</a:t>
            </a:r>
            <a:r>
              <a:rPr lang="en-US" b="1" dirty="0">
                <a:solidFill>
                  <a:srgbClr val="FFC000"/>
                </a:solidFill>
              </a:rPr>
              <a:t>CUSTOMER</a:t>
            </a:r>
            <a:r>
              <a:rPr lang="en-US" dirty="0">
                <a:solidFill>
                  <a:srgbClr val="FFC000"/>
                </a:solidFill>
              </a:rPr>
              <a:t>  TABLE</a:t>
            </a:r>
            <a:endParaRPr lang="en-IN" dirty="0">
              <a:solidFill>
                <a:srgbClr val="FFC000"/>
              </a:solidFill>
            </a:endParaRPr>
          </a:p>
        </p:txBody>
      </p:sp>
      <p:pic>
        <p:nvPicPr>
          <p:cNvPr id="24" name="Picture 23">
            <a:extLst>
              <a:ext uri="{FF2B5EF4-FFF2-40B4-BE49-F238E27FC236}">
                <a16:creationId xmlns:a16="http://schemas.microsoft.com/office/drawing/2014/main" id="{5784C009-ACDA-D8DE-905D-E8CF6E5AAD47}"/>
              </a:ext>
            </a:extLst>
          </p:cNvPr>
          <p:cNvPicPr>
            <a:picLocks noChangeAspect="1"/>
          </p:cNvPicPr>
          <p:nvPr/>
        </p:nvPicPr>
        <p:blipFill>
          <a:blip r:embed="rId2"/>
          <a:stretch>
            <a:fillRect/>
          </a:stretch>
        </p:blipFill>
        <p:spPr>
          <a:xfrm>
            <a:off x="615437" y="1563329"/>
            <a:ext cx="3553440" cy="1279492"/>
          </a:xfrm>
          <a:prstGeom prst="rect">
            <a:avLst/>
          </a:prstGeom>
        </p:spPr>
      </p:pic>
      <p:pic>
        <p:nvPicPr>
          <p:cNvPr id="26" name="Picture 25">
            <a:extLst>
              <a:ext uri="{FF2B5EF4-FFF2-40B4-BE49-F238E27FC236}">
                <a16:creationId xmlns:a16="http://schemas.microsoft.com/office/drawing/2014/main" id="{42041337-B356-FE72-E5B2-88AF7EC11FAB}"/>
              </a:ext>
            </a:extLst>
          </p:cNvPr>
          <p:cNvPicPr>
            <a:picLocks noChangeAspect="1"/>
          </p:cNvPicPr>
          <p:nvPr/>
        </p:nvPicPr>
        <p:blipFill>
          <a:blip r:embed="rId3"/>
          <a:stretch>
            <a:fillRect/>
          </a:stretch>
        </p:blipFill>
        <p:spPr>
          <a:xfrm>
            <a:off x="615437" y="2997905"/>
            <a:ext cx="5263507" cy="3166921"/>
          </a:xfrm>
          <a:prstGeom prst="rect">
            <a:avLst/>
          </a:prstGeom>
        </p:spPr>
      </p:pic>
      <p:pic>
        <p:nvPicPr>
          <p:cNvPr id="3" name="Picture 2">
            <a:extLst>
              <a:ext uri="{FF2B5EF4-FFF2-40B4-BE49-F238E27FC236}">
                <a16:creationId xmlns:a16="http://schemas.microsoft.com/office/drawing/2014/main" id="{B8E79BBD-EF18-2B91-9AFA-0CE00B0652A1}"/>
              </a:ext>
            </a:extLst>
          </p:cNvPr>
          <p:cNvPicPr>
            <a:picLocks noChangeAspect="1"/>
          </p:cNvPicPr>
          <p:nvPr/>
        </p:nvPicPr>
        <p:blipFill>
          <a:blip r:embed="rId4"/>
          <a:stretch>
            <a:fillRect/>
          </a:stretch>
        </p:blipFill>
        <p:spPr>
          <a:xfrm>
            <a:off x="6793301" y="1150327"/>
            <a:ext cx="4439270" cy="419158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BF80DA5-764B-C0FC-82B5-C756F9185B76}"/>
              </a:ext>
            </a:extLst>
          </p:cNvPr>
          <p:cNvSpPr txBox="1"/>
          <p:nvPr/>
        </p:nvSpPr>
        <p:spPr>
          <a:xfrm>
            <a:off x="304561" y="335378"/>
            <a:ext cx="2762864" cy="369332"/>
          </a:xfrm>
          <a:prstGeom prst="rect">
            <a:avLst/>
          </a:prstGeom>
          <a:noFill/>
        </p:spPr>
        <p:txBody>
          <a:bodyPr wrap="square" rtlCol="0">
            <a:spAutoFit/>
          </a:bodyPr>
          <a:lstStyle/>
          <a:p>
            <a:r>
              <a:rPr lang="en-US" b="1" dirty="0">
                <a:solidFill>
                  <a:srgbClr val="FFC000"/>
                </a:solidFill>
              </a:rPr>
              <a:t>3.BRANCH TABLE</a:t>
            </a:r>
            <a:endParaRPr lang="en-IN" b="1" dirty="0">
              <a:solidFill>
                <a:srgbClr val="FFC000"/>
              </a:solidFill>
            </a:endParaRPr>
          </a:p>
        </p:txBody>
      </p:sp>
      <p:pic>
        <p:nvPicPr>
          <p:cNvPr id="6" name="Picture 5">
            <a:extLst>
              <a:ext uri="{FF2B5EF4-FFF2-40B4-BE49-F238E27FC236}">
                <a16:creationId xmlns:a16="http://schemas.microsoft.com/office/drawing/2014/main" id="{73405C66-3875-F1A8-58D8-B4B7196DCBC4}"/>
              </a:ext>
            </a:extLst>
          </p:cNvPr>
          <p:cNvPicPr>
            <a:picLocks noChangeAspect="1"/>
          </p:cNvPicPr>
          <p:nvPr/>
        </p:nvPicPr>
        <p:blipFill>
          <a:blip r:embed="rId2"/>
          <a:stretch>
            <a:fillRect/>
          </a:stretch>
        </p:blipFill>
        <p:spPr>
          <a:xfrm>
            <a:off x="484547" y="2772174"/>
            <a:ext cx="4818285" cy="3660679"/>
          </a:xfrm>
          <a:prstGeom prst="rect">
            <a:avLst/>
          </a:prstGeom>
        </p:spPr>
      </p:pic>
      <p:pic>
        <p:nvPicPr>
          <p:cNvPr id="4" name="Picture 3">
            <a:extLst>
              <a:ext uri="{FF2B5EF4-FFF2-40B4-BE49-F238E27FC236}">
                <a16:creationId xmlns:a16="http://schemas.microsoft.com/office/drawing/2014/main" id="{340009CA-B68F-73EB-CAB4-886D13590982}"/>
              </a:ext>
            </a:extLst>
          </p:cNvPr>
          <p:cNvPicPr>
            <a:picLocks noChangeAspect="1"/>
          </p:cNvPicPr>
          <p:nvPr/>
        </p:nvPicPr>
        <p:blipFill>
          <a:blip r:embed="rId3"/>
          <a:stretch>
            <a:fillRect/>
          </a:stretch>
        </p:blipFill>
        <p:spPr>
          <a:xfrm>
            <a:off x="411395" y="1044962"/>
            <a:ext cx="3195962" cy="1386960"/>
          </a:xfrm>
          <a:prstGeom prst="rect">
            <a:avLst/>
          </a:prstGeom>
        </p:spPr>
      </p:pic>
      <p:pic>
        <p:nvPicPr>
          <p:cNvPr id="10" name="Picture 9">
            <a:extLst>
              <a:ext uri="{FF2B5EF4-FFF2-40B4-BE49-F238E27FC236}">
                <a16:creationId xmlns:a16="http://schemas.microsoft.com/office/drawing/2014/main" id="{969FA3F4-1174-09DE-5057-43F46A8D68D8}"/>
              </a:ext>
            </a:extLst>
          </p:cNvPr>
          <p:cNvPicPr>
            <a:picLocks noChangeAspect="1"/>
          </p:cNvPicPr>
          <p:nvPr/>
        </p:nvPicPr>
        <p:blipFill>
          <a:blip r:embed="rId4"/>
          <a:stretch>
            <a:fillRect/>
          </a:stretch>
        </p:blipFill>
        <p:spPr>
          <a:xfrm>
            <a:off x="5509913" y="1476593"/>
            <a:ext cx="6270692" cy="2591162"/>
          </a:xfrm>
          <a:prstGeom prst="rect">
            <a:avLst/>
          </a:prstGeom>
        </p:spPr>
      </p:pic>
    </p:spTree>
    <p:extLst>
      <p:ext uri="{BB962C8B-B14F-4D97-AF65-F5344CB8AC3E}">
        <p14:creationId xmlns:p14="http://schemas.microsoft.com/office/powerpoint/2010/main" val="29666578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C281E6C-BC35-9593-7082-B65776CBAB4B}"/>
              </a:ext>
            </a:extLst>
          </p:cNvPr>
          <p:cNvSpPr txBox="1"/>
          <p:nvPr/>
        </p:nvSpPr>
        <p:spPr>
          <a:xfrm>
            <a:off x="240030" y="382262"/>
            <a:ext cx="6094476" cy="369332"/>
          </a:xfrm>
          <a:prstGeom prst="rect">
            <a:avLst/>
          </a:prstGeom>
          <a:noFill/>
        </p:spPr>
        <p:txBody>
          <a:bodyPr wrap="square">
            <a:spAutoFit/>
          </a:bodyPr>
          <a:lstStyle/>
          <a:p>
            <a:r>
              <a:rPr lang="en-US" sz="1800" b="1" dirty="0">
                <a:solidFill>
                  <a:srgbClr val="FFC000"/>
                </a:solidFill>
              </a:rPr>
              <a:t>4.EMPLOYEE TABLE</a:t>
            </a:r>
            <a:endParaRPr lang="en-IN" sz="1800" b="1" dirty="0">
              <a:solidFill>
                <a:srgbClr val="FFC000"/>
              </a:solidFill>
            </a:endParaRPr>
          </a:p>
        </p:txBody>
      </p:sp>
      <p:pic>
        <p:nvPicPr>
          <p:cNvPr id="5" name="Picture 4">
            <a:extLst>
              <a:ext uri="{FF2B5EF4-FFF2-40B4-BE49-F238E27FC236}">
                <a16:creationId xmlns:a16="http://schemas.microsoft.com/office/drawing/2014/main" id="{3EA4CFAF-E70D-157E-F820-6A1C8DBB8E82}"/>
              </a:ext>
            </a:extLst>
          </p:cNvPr>
          <p:cNvPicPr>
            <a:picLocks noChangeAspect="1"/>
          </p:cNvPicPr>
          <p:nvPr/>
        </p:nvPicPr>
        <p:blipFill>
          <a:blip r:embed="rId2"/>
          <a:stretch>
            <a:fillRect/>
          </a:stretch>
        </p:blipFill>
        <p:spPr>
          <a:xfrm>
            <a:off x="377393" y="1108970"/>
            <a:ext cx="4385451" cy="1459775"/>
          </a:xfrm>
          <a:prstGeom prst="rect">
            <a:avLst/>
          </a:prstGeom>
        </p:spPr>
      </p:pic>
      <p:pic>
        <p:nvPicPr>
          <p:cNvPr id="7" name="Picture 6">
            <a:extLst>
              <a:ext uri="{FF2B5EF4-FFF2-40B4-BE49-F238E27FC236}">
                <a16:creationId xmlns:a16="http://schemas.microsoft.com/office/drawing/2014/main" id="{22AB8123-6D88-368D-545F-7C91E03AACC6}"/>
              </a:ext>
            </a:extLst>
          </p:cNvPr>
          <p:cNvPicPr>
            <a:picLocks noChangeAspect="1"/>
          </p:cNvPicPr>
          <p:nvPr/>
        </p:nvPicPr>
        <p:blipFill>
          <a:blip r:embed="rId3"/>
          <a:stretch>
            <a:fillRect/>
          </a:stretch>
        </p:blipFill>
        <p:spPr>
          <a:xfrm>
            <a:off x="377393" y="2843883"/>
            <a:ext cx="4713365" cy="3559278"/>
          </a:xfrm>
          <a:prstGeom prst="rect">
            <a:avLst/>
          </a:prstGeom>
        </p:spPr>
      </p:pic>
      <p:pic>
        <p:nvPicPr>
          <p:cNvPr id="11" name="Picture 10">
            <a:extLst>
              <a:ext uri="{FF2B5EF4-FFF2-40B4-BE49-F238E27FC236}">
                <a16:creationId xmlns:a16="http://schemas.microsoft.com/office/drawing/2014/main" id="{368F79E8-4912-8D9D-19A9-43FA64222A95}"/>
              </a:ext>
            </a:extLst>
          </p:cNvPr>
          <p:cNvPicPr>
            <a:picLocks noChangeAspect="1"/>
          </p:cNvPicPr>
          <p:nvPr/>
        </p:nvPicPr>
        <p:blipFill>
          <a:blip r:embed="rId4"/>
          <a:stretch>
            <a:fillRect/>
          </a:stretch>
        </p:blipFill>
        <p:spPr>
          <a:xfrm>
            <a:off x="5427132" y="1933366"/>
            <a:ext cx="6248401" cy="2991267"/>
          </a:xfrm>
          <a:prstGeom prst="rect">
            <a:avLst/>
          </a:prstGeom>
        </p:spPr>
      </p:pic>
    </p:spTree>
    <p:extLst>
      <p:ext uri="{BB962C8B-B14F-4D97-AF65-F5344CB8AC3E}">
        <p14:creationId xmlns:p14="http://schemas.microsoft.com/office/powerpoint/2010/main" val="22262972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F400333-C9F4-859E-659F-B046925486B7}"/>
              </a:ext>
            </a:extLst>
          </p:cNvPr>
          <p:cNvSpPr txBox="1"/>
          <p:nvPr/>
        </p:nvSpPr>
        <p:spPr>
          <a:xfrm>
            <a:off x="422788" y="360057"/>
            <a:ext cx="3067664" cy="369332"/>
          </a:xfrm>
          <a:prstGeom prst="rect">
            <a:avLst/>
          </a:prstGeom>
          <a:noFill/>
        </p:spPr>
        <p:txBody>
          <a:bodyPr wrap="square" rtlCol="0">
            <a:spAutoFit/>
          </a:bodyPr>
          <a:lstStyle/>
          <a:p>
            <a:r>
              <a:rPr lang="en-US" b="1" dirty="0">
                <a:solidFill>
                  <a:srgbClr val="FFC000"/>
                </a:solidFill>
              </a:rPr>
              <a:t>5.ACCOUNT TABLE</a:t>
            </a:r>
            <a:endParaRPr lang="en-IN" b="1" dirty="0">
              <a:solidFill>
                <a:srgbClr val="FFC000"/>
              </a:solidFill>
            </a:endParaRPr>
          </a:p>
        </p:txBody>
      </p:sp>
      <p:pic>
        <p:nvPicPr>
          <p:cNvPr id="4" name="Picture 3">
            <a:extLst>
              <a:ext uri="{FF2B5EF4-FFF2-40B4-BE49-F238E27FC236}">
                <a16:creationId xmlns:a16="http://schemas.microsoft.com/office/drawing/2014/main" id="{8C7F63F9-ACDF-19FC-1FCE-EE4BE2EDE866}"/>
              </a:ext>
            </a:extLst>
          </p:cNvPr>
          <p:cNvPicPr>
            <a:picLocks noChangeAspect="1"/>
          </p:cNvPicPr>
          <p:nvPr/>
        </p:nvPicPr>
        <p:blipFill>
          <a:blip r:embed="rId2"/>
          <a:stretch>
            <a:fillRect/>
          </a:stretch>
        </p:blipFill>
        <p:spPr>
          <a:xfrm>
            <a:off x="422788" y="941538"/>
            <a:ext cx="3539930" cy="1602658"/>
          </a:xfrm>
          <a:prstGeom prst="rect">
            <a:avLst/>
          </a:prstGeom>
        </p:spPr>
      </p:pic>
      <p:pic>
        <p:nvPicPr>
          <p:cNvPr id="6" name="Picture 5">
            <a:extLst>
              <a:ext uri="{FF2B5EF4-FFF2-40B4-BE49-F238E27FC236}">
                <a16:creationId xmlns:a16="http://schemas.microsoft.com/office/drawing/2014/main" id="{DC0B4C78-1E1F-4352-DDF7-AAB2AC7A8FB8}"/>
              </a:ext>
            </a:extLst>
          </p:cNvPr>
          <p:cNvPicPr>
            <a:picLocks noChangeAspect="1"/>
          </p:cNvPicPr>
          <p:nvPr/>
        </p:nvPicPr>
        <p:blipFill>
          <a:blip r:embed="rId3"/>
          <a:stretch>
            <a:fillRect/>
          </a:stretch>
        </p:blipFill>
        <p:spPr>
          <a:xfrm>
            <a:off x="422788" y="2963246"/>
            <a:ext cx="5368730" cy="3362632"/>
          </a:xfrm>
          <a:prstGeom prst="rect">
            <a:avLst/>
          </a:prstGeom>
        </p:spPr>
      </p:pic>
      <p:pic>
        <p:nvPicPr>
          <p:cNvPr id="5" name="Picture 4">
            <a:extLst>
              <a:ext uri="{FF2B5EF4-FFF2-40B4-BE49-F238E27FC236}">
                <a16:creationId xmlns:a16="http://schemas.microsoft.com/office/drawing/2014/main" id="{B90439A2-ACBE-4FFC-A2AE-DF5D40A8FDAD}"/>
              </a:ext>
            </a:extLst>
          </p:cNvPr>
          <p:cNvPicPr>
            <a:picLocks noChangeAspect="1"/>
          </p:cNvPicPr>
          <p:nvPr/>
        </p:nvPicPr>
        <p:blipFill>
          <a:blip r:embed="rId4"/>
          <a:stretch>
            <a:fillRect/>
          </a:stretch>
        </p:blipFill>
        <p:spPr>
          <a:xfrm>
            <a:off x="5971032" y="1639280"/>
            <a:ext cx="5725844" cy="3133888"/>
          </a:xfrm>
          <a:prstGeom prst="rect">
            <a:avLst/>
          </a:prstGeom>
        </p:spPr>
      </p:pic>
    </p:spTree>
    <p:extLst>
      <p:ext uri="{BB962C8B-B14F-4D97-AF65-F5344CB8AC3E}">
        <p14:creationId xmlns:p14="http://schemas.microsoft.com/office/powerpoint/2010/main" val="1563386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997A2F3-48BC-E9B6-E87A-CC593E3146C6}"/>
              </a:ext>
            </a:extLst>
          </p:cNvPr>
          <p:cNvSpPr txBox="1"/>
          <p:nvPr/>
        </p:nvSpPr>
        <p:spPr>
          <a:xfrm>
            <a:off x="249174" y="318254"/>
            <a:ext cx="6094476" cy="369332"/>
          </a:xfrm>
          <a:prstGeom prst="rect">
            <a:avLst/>
          </a:prstGeom>
          <a:noFill/>
        </p:spPr>
        <p:txBody>
          <a:bodyPr wrap="square">
            <a:spAutoFit/>
          </a:bodyPr>
          <a:lstStyle/>
          <a:p>
            <a:r>
              <a:rPr lang="en-US" sz="1800" b="1" dirty="0">
                <a:solidFill>
                  <a:srgbClr val="FFC000"/>
                </a:solidFill>
              </a:rPr>
              <a:t>6.TRANSACTION TABLE</a:t>
            </a:r>
            <a:endParaRPr lang="en-IN" sz="1800" b="1" dirty="0">
              <a:solidFill>
                <a:srgbClr val="FFC000"/>
              </a:solidFill>
            </a:endParaRPr>
          </a:p>
        </p:txBody>
      </p:sp>
      <p:pic>
        <p:nvPicPr>
          <p:cNvPr id="5" name="Picture 4">
            <a:extLst>
              <a:ext uri="{FF2B5EF4-FFF2-40B4-BE49-F238E27FC236}">
                <a16:creationId xmlns:a16="http://schemas.microsoft.com/office/drawing/2014/main" id="{2178D237-F2B3-375C-075B-EA25A1534B17}"/>
              </a:ext>
            </a:extLst>
          </p:cNvPr>
          <p:cNvPicPr>
            <a:picLocks noChangeAspect="1"/>
          </p:cNvPicPr>
          <p:nvPr/>
        </p:nvPicPr>
        <p:blipFill>
          <a:blip r:embed="rId2"/>
          <a:stretch>
            <a:fillRect/>
          </a:stretch>
        </p:blipFill>
        <p:spPr>
          <a:xfrm>
            <a:off x="365678" y="1031998"/>
            <a:ext cx="4136021" cy="1577477"/>
          </a:xfrm>
          <a:prstGeom prst="rect">
            <a:avLst/>
          </a:prstGeom>
        </p:spPr>
      </p:pic>
      <p:pic>
        <p:nvPicPr>
          <p:cNvPr id="7" name="Picture 6">
            <a:extLst>
              <a:ext uri="{FF2B5EF4-FFF2-40B4-BE49-F238E27FC236}">
                <a16:creationId xmlns:a16="http://schemas.microsoft.com/office/drawing/2014/main" id="{B8547112-5DC8-44C7-361A-59583CEA3C7D}"/>
              </a:ext>
            </a:extLst>
          </p:cNvPr>
          <p:cNvPicPr>
            <a:picLocks noChangeAspect="1"/>
          </p:cNvPicPr>
          <p:nvPr/>
        </p:nvPicPr>
        <p:blipFill>
          <a:blip r:embed="rId3"/>
          <a:stretch>
            <a:fillRect/>
          </a:stretch>
        </p:blipFill>
        <p:spPr>
          <a:xfrm>
            <a:off x="365678" y="2953887"/>
            <a:ext cx="4657131" cy="3470786"/>
          </a:xfrm>
          <a:prstGeom prst="rect">
            <a:avLst/>
          </a:prstGeom>
        </p:spPr>
      </p:pic>
      <p:pic>
        <p:nvPicPr>
          <p:cNvPr id="4" name="Picture 3">
            <a:extLst>
              <a:ext uri="{FF2B5EF4-FFF2-40B4-BE49-F238E27FC236}">
                <a16:creationId xmlns:a16="http://schemas.microsoft.com/office/drawing/2014/main" id="{53E744AF-90D8-DBB8-4C0A-E92F9B14C61A}"/>
              </a:ext>
            </a:extLst>
          </p:cNvPr>
          <p:cNvPicPr>
            <a:picLocks noChangeAspect="1"/>
          </p:cNvPicPr>
          <p:nvPr/>
        </p:nvPicPr>
        <p:blipFill>
          <a:blip r:embed="rId4"/>
          <a:stretch>
            <a:fillRect/>
          </a:stretch>
        </p:blipFill>
        <p:spPr>
          <a:xfrm>
            <a:off x="5507025" y="1972969"/>
            <a:ext cx="6094476" cy="3296110"/>
          </a:xfrm>
          <a:prstGeom prst="rect">
            <a:avLst/>
          </a:prstGeom>
        </p:spPr>
      </p:pic>
    </p:spTree>
    <p:extLst>
      <p:ext uri="{BB962C8B-B14F-4D97-AF65-F5344CB8AC3E}">
        <p14:creationId xmlns:p14="http://schemas.microsoft.com/office/powerpoint/2010/main" val="21854027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44ED3DF-B2BC-08D5-B959-6148B6D8D5BA}"/>
              </a:ext>
            </a:extLst>
          </p:cNvPr>
          <p:cNvSpPr txBox="1"/>
          <p:nvPr/>
        </p:nvSpPr>
        <p:spPr>
          <a:xfrm>
            <a:off x="412955" y="975540"/>
            <a:ext cx="2802193" cy="369332"/>
          </a:xfrm>
          <a:prstGeom prst="rect">
            <a:avLst/>
          </a:prstGeom>
          <a:noFill/>
        </p:spPr>
        <p:txBody>
          <a:bodyPr wrap="square" rtlCol="0">
            <a:spAutoFit/>
          </a:bodyPr>
          <a:lstStyle/>
          <a:p>
            <a:r>
              <a:rPr lang="en-US" b="1" dirty="0">
                <a:solidFill>
                  <a:srgbClr val="FFC000"/>
                </a:solidFill>
              </a:rPr>
              <a:t>7.LOAN TABLE</a:t>
            </a:r>
            <a:endParaRPr lang="en-IN" b="1" dirty="0">
              <a:solidFill>
                <a:srgbClr val="FFC000"/>
              </a:solidFill>
            </a:endParaRPr>
          </a:p>
        </p:txBody>
      </p:sp>
      <p:pic>
        <p:nvPicPr>
          <p:cNvPr id="4" name="Picture 3">
            <a:extLst>
              <a:ext uri="{FF2B5EF4-FFF2-40B4-BE49-F238E27FC236}">
                <a16:creationId xmlns:a16="http://schemas.microsoft.com/office/drawing/2014/main" id="{89F88F6D-8225-9CF6-1BA9-0409F136D59B}"/>
              </a:ext>
            </a:extLst>
          </p:cNvPr>
          <p:cNvPicPr>
            <a:picLocks noChangeAspect="1"/>
          </p:cNvPicPr>
          <p:nvPr/>
        </p:nvPicPr>
        <p:blipFill>
          <a:blip r:embed="rId2"/>
          <a:stretch>
            <a:fillRect/>
          </a:stretch>
        </p:blipFill>
        <p:spPr>
          <a:xfrm>
            <a:off x="520045" y="1460630"/>
            <a:ext cx="3275207" cy="1459551"/>
          </a:xfrm>
          <a:prstGeom prst="rect">
            <a:avLst/>
          </a:prstGeom>
        </p:spPr>
      </p:pic>
      <p:pic>
        <p:nvPicPr>
          <p:cNvPr id="6" name="Picture 5">
            <a:extLst>
              <a:ext uri="{FF2B5EF4-FFF2-40B4-BE49-F238E27FC236}">
                <a16:creationId xmlns:a16="http://schemas.microsoft.com/office/drawing/2014/main" id="{C767E994-BC2E-BCBF-FD51-0702EFC3C02C}"/>
              </a:ext>
            </a:extLst>
          </p:cNvPr>
          <p:cNvPicPr>
            <a:picLocks noChangeAspect="1"/>
          </p:cNvPicPr>
          <p:nvPr/>
        </p:nvPicPr>
        <p:blipFill>
          <a:blip r:embed="rId3"/>
          <a:stretch>
            <a:fillRect/>
          </a:stretch>
        </p:blipFill>
        <p:spPr>
          <a:xfrm>
            <a:off x="547688" y="3035939"/>
            <a:ext cx="4919047" cy="3610666"/>
          </a:xfrm>
          <a:prstGeom prst="rect">
            <a:avLst/>
          </a:prstGeom>
        </p:spPr>
      </p:pic>
      <p:pic>
        <p:nvPicPr>
          <p:cNvPr id="8" name="Picture 7">
            <a:extLst>
              <a:ext uri="{FF2B5EF4-FFF2-40B4-BE49-F238E27FC236}">
                <a16:creationId xmlns:a16="http://schemas.microsoft.com/office/drawing/2014/main" id="{F40BCE11-A3EB-9F54-2989-F3241F70A014}"/>
              </a:ext>
            </a:extLst>
          </p:cNvPr>
          <p:cNvPicPr>
            <a:picLocks noChangeAspect="1"/>
          </p:cNvPicPr>
          <p:nvPr/>
        </p:nvPicPr>
        <p:blipFill>
          <a:blip r:embed="rId4"/>
          <a:stretch>
            <a:fillRect/>
          </a:stretch>
        </p:blipFill>
        <p:spPr>
          <a:xfrm>
            <a:off x="6725267" y="2398213"/>
            <a:ext cx="3620005" cy="2610214"/>
          </a:xfrm>
          <a:prstGeom prst="rect">
            <a:avLst/>
          </a:prstGeom>
        </p:spPr>
      </p:pic>
    </p:spTree>
    <p:extLst>
      <p:ext uri="{BB962C8B-B14F-4D97-AF65-F5344CB8AC3E}">
        <p14:creationId xmlns:p14="http://schemas.microsoft.com/office/powerpoint/2010/main" val="42764669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DD20823-E9EB-7251-E4F1-9BB7714BA998}"/>
              </a:ext>
            </a:extLst>
          </p:cNvPr>
          <p:cNvSpPr txBox="1"/>
          <p:nvPr/>
        </p:nvSpPr>
        <p:spPr>
          <a:xfrm>
            <a:off x="258318" y="566928"/>
            <a:ext cx="6094476" cy="369332"/>
          </a:xfrm>
          <a:prstGeom prst="rect">
            <a:avLst/>
          </a:prstGeom>
          <a:noFill/>
        </p:spPr>
        <p:txBody>
          <a:bodyPr wrap="square">
            <a:spAutoFit/>
          </a:bodyPr>
          <a:lstStyle/>
          <a:p>
            <a:r>
              <a:rPr lang="en-US" sz="1800" b="1" dirty="0">
                <a:solidFill>
                  <a:srgbClr val="FFC000"/>
                </a:solidFill>
              </a:rPr>
              <a:t>8.CURRENT_ACCOUNT TABLE</a:t>
            </a:r>
            <a:endParaRPr lang="en-IN" sz="1800" b="1" dirty="0">
              <a:solidFill>
                <a:srgbClr val="FFC000"/>
              </a:solidFill>
            </a:endParaRPr>
          </a:p>
        </p:txBody>
      </p:sp>
      <p:pic>
        <p:nvPicPr>
          <p:cNvPr id="5" name="Picture 4">
            <a:extLst>
              <a:ext uri="{FF2B5EF4-FFF2-40B4-BE49-F238E27FC236}">
                <a16:creationId xmlns:a16="http://schemas.microsoft.com/office/drawing/2014/main" id="{D02A1540-1365-03F0-AFEE-4F6F942CEC89}"/>
              </a:ext>
            </a:extLst>
          </p:cNvPr>
          <p:cNvPicPr>
            <a:picLocks noChangeAspect="1"/>
          </p:cNvPicPr>
          <p:nvPr/>
        </p:nvPicPr>
        <p:blipFill>
          <a:blip r:embed="rId2"/>
          <a:stretch>
            <a:fillRect/>
          </a:stretch>
        </p:blipFill>
        <p:spPr>
          <a:xfrm>
            <a:off x="365268" y="1186309"/>
            <a:ext cx="4688360" cy="1705357"/>
          </a:xfrm>
          <a:prstGeom prst="rect">
            <a:avLst/>
          </a:prstGeom>
        </p:spPr>
      </p:pic>
      <p:sp>
        <p:nvSpPr>
          <p:cNvPr id="7" name="TextBox 6">
            <a:extLst>
              <a:ext uri="{FF2B5EF4-FFF2-40B4-BE49-F238E27FC236}">
                <a16:creationId xmlns:a16="http://schemas.microsoft.com/office/drawing/2014/main" id="{9060E706-9345-B8D6-5EA3-80FF9D126F19}"/>
              </a:ext>
            </a:extLst>
          </p:cNvPr>
          <p:cNvSpPr txBox="1"/>
          <p:nvPr/>
        </p:nvSpPr>
        <p:spPr>
          <a:xfrm>
            <a:off x="450342" y="3344918"/>
            <a:ext cx="6094476" cy="369332"/>
          </a:xfrm>
          <a:prstGeom prst="rect">
            <a:avLst/>
          </a:prstGeom>
          <a:noFill/>
        </p:spPr>
        <p:txBody>
          <a:bodyPr wrap="square">
            <a:spAutoFit/>
          </a:bodyPr>
          <a:lstStyle/>
          <a:p>
            <a:r>
              <a:rPr lang="en-US" sz="1800" b="1" dirty="0">
                <a:solidFill>
                  <a:srgbClr val="FFC000"/>
                </a:solidFill>
              </a:rPr>
              <a:t>9.SAVINGS_ACCOUNT TABLE</a:t>
            </a:r>
            <a:endParaRPr lang="en-IN" sz="1800" b="1" dirty="0">
              <a:solidFill>
                <a:srgbClr val="FFC000"/>
              </a:solidFill>
            </a:endParaRPr>
          </a:p>
        </p:txBody>
      </p:sp>
      <p:pic>
        <p:nvPicPr>
          <p:cNvPr id="11" name="Picture 10">
            <a:extLst>
              <a:ext uri="{FF2B5EF4-FFF2-40B4-BE49-F238E27FC236}">
                <a16:creationId xmlns:a16="http://schemas.microsoft.com/office/drawing/2014/main" id="{53CD36DF-38A8-C203-8A45-B2B2EAF05D8C}"/>
              </a:ext>
            </a:extLst>
          </p:cNvPr>
          <p:cNvPicPr>
            <a:picLocks noChangeAspect="1"/>
          </p:cNvPicPr>
          <p:nvPr/>
        </p:nvPicPr>
        <p:blipFill>
          <a:blip r:embed="rId3"/>
          <a:stretch>
            <a:fillRect/>
          </a:stretch>
        </p:blipFill>
        <p:spPr>
          <a:xfrm>
            <a:off x="365268" y="4139381"/>
            <a:ext cx="4758814" cy="2163095"/>
          </a:xfrm>
          <a:prstGeom prst="rect">
            <a:avLst/>
          </a:prstGeom>
        </p:spPr>
      </p:pic>
      <p:pic>
        <p:nvPicPr>
          <p:cNvPr id="4" name="Picture 3">
            <a:extLst>
              <a:ext uri="{FF2B5EF4-FFF2-40B4-BE49-F238E27FC236}">
                <a16:creationId xmlns:a16="http://schemas.microsoft.com/office/drawing/2014/main" id="{7A9014EE-9F3C-A51C-4B9B-57AAE13F6054}"/>
              </a:ext>
            </a:extLst>
          </p:cNvPr>
          <p:cNvPicPr>
            <a:picLocks noChangeAspect="1"/>
          </p:cNvPicPr>
          <p:nvPr/>
        </p:nvPicPr>
        <p:blipFill>
          <a:blip r:embed="rId4"/>
          <a:stretch>
            <a:fillRect/>
          </a:stretch>
        </p:blipFill>
        <p:spPr>
          <a:xfrm>
            <a:off x="5824563" y="1739956"/>
            <a:ext cx="5096586" cy="3743847"/>
          </a:xfrm>
          <a:prstGeom prst="rect">
            <a:avLst/>
          </a:prstGeom>
        </p:spPr>
      </p:pic>
    </p:spTree>
    <p:extLst>
      <p:ext uri="{BB962C8B-B14F-4D97-AF65-F5344CB8AC3E}">
        <p14:creationId xmlns:p14="http://schemas.microsoft.com/office/powerpoint/2010/main" val="18166171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7" name="TextBox 26">
            <a:extLst>
              <a:ext uri="{FF2B5EF4-FFF2-40B4-BE49-F238E27FC236}">
                <a16:creationId xmlns:a16="http://schemas.microsoft.com/office/drawing/2014/main" id="{9D89F6B0-F809-CED3-663D-538E23203316}"/>
              </a:ext>
            </a:extLst>
          </p:cNvPr>
          <p:cNvSpPr txBox="1"/>
          <p:nvPr/>
        </p:nvSpPr>
        <p:spPr>
          <a:xfrm>
            <a:off x="3873910" y="198792"/>
            <a:ext cx="2920181" cy="461665"/>
          </a:xfrm>
          <a:prstGeom prst="rect">
            <a:avLst/>
          </a:prstGeom>
          <a:noFill/>
        </p:spPr>
        <p:txBody>
          <a:bodyPr wrap="square" rtlCol="0">
            <a:spAutoFit/>
          </a:bodyPr>
          <a:lstStyle/>
          <a:p>
            <a:pPr algn="ctr"/>
            <a:r>
              <a:rPr lang="en-US" sz="2400" b="1" dirty="0">
                <a:solidFill>
                  <a:srgbClr val="FFC000"/>
                </a:solidFill>
              </a:rPr>
              <a:t>QUERIES</a:t>
            </a:r>
            <a:endParaRPr lang="en-IN" sz="2400" b="1" dirty="0">
              <a:solidFill>
                <a:srgbClr val="FFC000"/>
              </a:solidFill>
            </a:endParaRPr>
          </a:p>
        </p:txBody>
      </p:sp>
      <p:sp>
        <p:nvSpPr>
          <p:cNvPr id="28" name="TextBox 27">
            <a:extLst>
              <a:ext uri="{FF2B5EF4-FFF2-40B4-BE49-F238E27FC236}">
                <a16:creationId xmlns:a16="http://schemas.microsoft.com/office/drawing/2014/main" id="{3201B03A-55CE-F0A7-0744-E72C8CDEDCEE}"/>
              </a:ext>
            </a:extLst>
          </p:cNvPr>
          <p:cNvSpPr txBox="1"/>
          <p:nvPr/>
        </p:nvSpPr>
        <p:spPr>
          <a:xfrm>
            <a:off x="3598606" y="975540"/>
            <a:ext cx="3755923" cy="369332"/>
          </a:xfrm>
          <a:prstGeom prst="rect">
            <a:avLst/>
          </a:prstGeom>
          <a:noFill/>
        </p:spPr>
        <p:txBody>
          <a:bodyPr wrap="square" rtlCol="0">
            <a:spAutoFit/>
          </a:bodyPr>
          <a:lstStyle/>
          <a:p>
            <a:pPr algn="ctr"/>
            <a:r>
              <a:rPr lang="en-US" b="1" dirty="0">
                <a:solidFill>
                  <a:schemeClr val="accent3">
                    <a:lumMod val="60000"/>
                    <a:lumOff val="40000"/>
                  </a:schemeClr>
                </a:solidFill>
              </a:rPr>
              <a:t>BASIC QUERIES</a:t>
            </a:r>
            <a:endParaRPr lang="en-IN" b="1" dirty="0">
              <a:solidFill>
                <a:schemeClr val="accent3">
                  <a:lumMod val="60000"/>
                  <a:lumOff val="40000"/>
                </a:schemeClr>
              </a:solidFill>
            </a:endParaRPr>
          </a:p>
        </p:txBody>
      </p:sp>
      <p:sp>
        <p:nvSpPr>
          <p:cNvPr id="29" name="TextBox 28">
            <a:extLst>
              <a:ext uri="{FF2B5EF4-FFF2-40B4-BE49-F238E27FC236}">
                <a16:creationId xmlns:a16="http://schemas.microsoft.com/office/drawing/2014/main" id="{337A6324-EB23-B17F-8CA8-DAE56711B137}"/>
              </a:ext>
            </a:extLst>
          </p:cNvPr>
          <p:cNvSpPr txBox="1"/>
          <p:nvPr/>
        </p:nvSpPr>
        <p:spPr>
          <a:xfrm>
            <a:off x="422789" y="1789471"/>
            <a:ext cx="4011560" cy="369332"/>
          </a:xfrm>
          <a:prstGeom prst="rect">
            <a:avLst/>
          </a:prstGeom>
          <a:noFill/>
        </p:spPr>
        <p:txBody>
          <a:bodyPr wrap="square" rtlCol="0">
            <a:spAutoFit/>
          </a:bodyPr>
          <a:lstStyle/>
          <a:p>
            <a:r>
              <a:rPr lang="en-US" dirty="0">
                <a:solidFill>
                  <a:schemeClr val="accent6"/>
                </a:solidFill>
              </a:rPr>
              <a:t>Query 1</a:t>
            </a:r>
            <a:r>
              <a:rPr lang="en-US" dirty="0"/>
              <a:t>: DISPLAY ALL BRANCHES</a:t>
            </a:r>
            <a:endParaRPr lang="en-IN" dirty="0"/>
          </a:p>
        </p:txBody>
      </p:sp>
      <p:sp>
        <p:nvSpPr>
          <p:cNvPr id="31" name="TextBox 30">
            <a:extLst>
              <a:ext uri="{FF2B5EF4-FFF2-40B4-BE49-F238E27FC236}">
                <a16:creationId xmlns:a16="http://schemas.microsoft.com/office/drawing/2014/main" id="{175949E4-9E59-0DB6-FBE8-7C4A58082762}"/>
              </a:ext>
            </a:extLst>
          </p:cNvPr>
          <p:cNvSpPr txBox="1"/>
          <p:nvPr/>
        </p:nvSpPr>
        <p:spPr>
          <a:xfrm>
            <a:off x="540777" y="2452526"/>
            <a:ext cx="3451120" cy="369332"/>
          </a:xfrm>
          <a:prstGeom prst="rect">
            <a:avLst/>
          </a:prstGeom>
          <a:noFill/>
        </p:spPr>
        <p:txBody>
          <a:bodyPr wrap="square" rtlCol="0">
            <a:spAutoFit/>
          </a:bodyPr>
          <a:lstStyle/>
          <a:p>
            <a:r>
              <a:rPr lang="en-US" dirty="0"/>
              <a:t>Select * from branch;</a:t>
            </a:r>
            <a:endParaRPr lang="en-IN" dirty="0"/>
          </a:p>
        </p:txBody>
      </p:sp>
      <p:pic>
        <p:nvPicPr>
          <p:cNvPr id="33" name="Picture 32">
            <a:extLst>
              <a:ext uri="{FF2B5EF4-FFF2-40B4-BE49-F238E27FC236}">
                <a16:creationId xmlns:a16="http://schemas.microsoft.com/office/drawing/2014/main" id="{A11AA543-83B8-1E93-87C6-364C20FAF2C2}"/>
              </a:ext>
            </a:extLst>
          </p:cNvPr>
          <p:cNvPicPr>
            <a:picLocks noChangeAspect="1"/>
          </p:cNvPicPr>
          <p:nvPr/>
        </p:nvPicPr>
        <p:blipFill>
          <a:blip r:embed="rId2"/>
          <a:stretch>
            <a:fillRect/>
          </a:stretch>
        </p:blipFill>
        <p:spPr>
          <a:xfrm>
            <a:off x="290052" y="3240803"/>
            <a:ext cx="4862051" cy="3258320"/>
          </a:xfrm>
          <a:prstGeom prst="rect">
            <a:avLst/>
          </a:prstGeom>
        </p:spPr>
      </p:pic>
      <p:sp>
        <p:nvSpPr>
          <p:cNvPr id="34" name="TextBox 33">
            <a:extLst>
              <a:ext uri="{FF2B5EF4-FFF2-40B4-BE49-F238E27FC236}">
                <a16:creationId xmlns:a16="http://schemas.microsoft.com/office/drawing/2014/main" id="{70788307-15FE-604E-D553-6C299ED04E18}"/>
              </a:ext>
            </a:extLst>
          </p:cNvPr>
          <p:cNvSpPr txBox="1"/>
          <p:nvPr/>
        </p:nvSpPr>
        <p:spPr>
          <a:xfrm>
            <a:off x="6794091" y="1789471"/>
            <a:ext cx="4011560" cy="369332"/>
          </a:xfrm>
          <a:prstGeom prst="rect">
            <a:avLst/>
          </a:prstGeom>
          <a:noFill/>
        </p:spPr>
        <p:txBody>
          <a:bodyPr wrap="square" rtlCol="0">
            <a:spAutoFit/>
          </a:bodyPr>
          <a:lstStyle/>
          <a:p>
            <a:r>
              <a:rPr lang="en-US" dirty="0">
                <a:solidFill>
                  <a:schemeClr val="accent6"/>
                </a:solidFill>
              </a:rPr>
              <a:t>Query 2: </a:t>
            </a:r>
            <a:r>
              <a:rPr lang="en-US" dirty="0"/>
              <a:t>DISPLAY ALL CUSTOMERS</a:t>
            </a:r>
            <a:endParaRPr lang="en-IN" dirty="0">
              <a:solidFill>
                <a:schemeClr val="accent6"/>
              </a:solidFill>
            </a:endParaRPr>
          </a:p>
        </p:txBody>
      </p:sp>
      <p:sp>
        <p:nvSpPr>
          <p:cNvPr id="35" name="TextBox 34">
            <a:extLst>
              <a:ext uri="{FF2B5EF4-FFF2-40B4-BE49-F238E27FC236}">
                <a16:creationId xmlns:a16="http://schemas.microsoft.com/office/drawing/2014/main" id="{D821872A-BD00-732F-73FC-83A12161D022}"/>
              </a:ext>
            </a:extLst>
          </p:cNvPr>
          <p:cNvSpPr txBox="1"/>
          <p:nvPr/>
        </p:nvSpPr>
        <p:spPr>
          <a:xfrm>
            <a:off x="6941574" y="2391386"/>
            <a:ext cx="2772697" cy="369332"/>
          </a:xfrm>
          <a:prstGeom prst="rect">
            <a:avLst/>
          </a:prstGeom>
          <a:noFill/>
        </p:spPr>
        <p:txBody>
          <a:bodyPr wrap="square" rtlCol="0">
            <a:spAutoFit/>
          </a:bodyPr>
          <a:lstStyle/>
          <a:p>
            <a:r>
              <a:rPr lang="en-US" dirty="0"/>
              <a:t>Select * from customer;</a:t>
            </a:r>
            <a:endParaRPr lang="en-IN" dirty="0"/>
          </a:p>
        </p:txBody>
      </p:sp>
      <p:pic>
        <p:nvPicPr>
          <p:cNvPr id="37" name="Picture 36">
            <a:extLst>
              <a:ext uri="{FF2B5EF4-FFF2-40B4-BE49-F238E27FC236}">
                <a16:creationId xmlns:a16="http://schemas.microsoft.com/office/drawing/2014/main" id="{9FE135EF-1FF7-AA94-90DE-878B07A77FB0}"/>
              </a:ext>
            </a:extLst>
          </p:cNvPr>
          <p:cNvPicPr>
            <a:picLocks noChangeAspect="1"/>
          </p:cNvPicPr>
          <p:nvPr/>
        </p:nvPicPr>
        <p:blipFill>
          <a:blip r:embed="rId3"/>
          <a:stretch>
            <a:fillRect/>
          </a:stretch>
        </p:blipFill>
        <p:spPr>
          <a:xfrm>
            <a:off x="6355939" y="3156155"/>
            <a:ext cx="5629583" cy="3342968"/>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EC427FA-BC8D-B64F-2930-BCE48419ECA6}"/>
              </a:ext>
            </a:extLst>
          </p:cNvPr>
          <p:cNvSpPr txBox="1"/>
          <p:nvPr/>
        </p:nvSpPr>
        <p:spPr>
          <a:xfrm>
            <a:off x="403124" y="1022555"/>
            <a:ext cx="4572000" cy="646331"/>
          </a:xfrm>
          <a:prstGeom prst="rect">
            <a:avLst/>
          </a:prstGeom>
          <a:noFill/>
        </p:spPr>
        <p:txBody>
          <a:bodyPr wrap="square" rtlCol="0">
            <a:spAutoFit/>
          </a:bodyPr>
          <a:lstStyle/>
          <a:p>
            <a:r>
              <a:rPr lang="en-US" dirty="0">
                <a:solidFill>
                  <a:schemeClr val="accent6"/>
                </a:solidFill>
              </a:rPr>
              <a:t>Query 3:  </a:t>
            </a:r>
            <a:r>
              <a:rPr lang="en-US" dirty="0"/>
              <a:t>DISPLAY ACCOUNTS HAVING BALANCE GREATER THAN 50000.</a:t>
            </a:r>
            <a:endParaRPr lang="en-IN" dirty="0"/>
          </a:p>
        </p:txBody>
      </p:sp>
      <p:sp>
        <p:nvSpPr>
          <p:cNvPr id="7" name="TextBox 6">
            <a:extLst>
              <a:ext uri="{FF2B5EF4-FFF2-40B4-BE49-F238E27FC236}">
                <a16:creationId xmlns:a16="http://schemas.microsoft.com/office/drawing/2014/main" id="{7BB5B38B-1ABF-B7CF-BA8C-A867FB64DF1D}"/>
              </a:ext>
            </a:extLst>
          </p:cNvPr>
          <p:cNvSpPr txBox="1"/>
          <p:nvPr/>
        </p:nvSpPr>
        <p:spPr>
          <a:xfrm>
            <a:off x="403124" y="1882030"/>
            <a:ext cx="3608439" cy="923330"/>
          </a:xfrm>
          <a:prstGeom prst="rect">
            <a:avLst/>
          </a:prstGeom>
          <a:noFill/>
        </p:spPr>
        <p:txBody>
          <a:bodyPr wrap="square" rtlCol="0">
            <a:spAutoFit/>
          </a:bodyPr>
          <a:lstStyle/>
          <a:p>
            <a:pPr marL="285750" indent="-285750">
              <a:buFont typeface="Arial" panose="020B0604020202020204" pitchFamily="34" charset="0"/>
              <a:buChar char="•"/>
            </a:pPr>
            <a:r>
              <a:rPr lang="en-US" dirty="0"/>
              <a:t>Select </a:t>
            </a:r>
            <a:r>
              <a:rPr lang="en-US" dirty="0" err="1"/>
              <a:t>account_id</a:t>
            </a:r>
            <a:r>
              <a:rPr lang="en-US" dirty="0"/>
              <a:t>, balance</a:t>
            </a:r>
          </a:p>
          <a:p>
            <a:r>
              <a:rPr lang="en-US" dirty="0"/>
              <a:t>     From account</a:t>
            </a:r>
          </a:p>
          <a:p>
            <a:r>
              <a:rPr lang="en-US" dirty="0"/>
              <a:t>     Where balance &gt; 50000;</a:t>
            </a:r>
          </a:p>
        </p:txBody>
      </p:sp>
      <p:pic>
        <p:nvPicPr>
          <p:cNvPr id="9" name="Picture 8">
            <a:extLst>
              <a:ext uri="{FF2B5EF4-FFF2-40B4-BE49-F238E27FC236}">
                <a16:creationId xmlns:a16="http://schemas.microsoft.com/office/drawing/2014/main" id="{EB2F8CFC-3A29-983D-F91B-AD17BFDD7152}"/>
              </a:ext>
            </a:extLst>
          </p:cNvPr>
          <p:cNvPicPr>
            <a:picLocks noChangeAspect="1"/>
          </p:cNvPicPr>
          <p:nvPr/>
        </p:nvPicPr>
        <p:blipFill>
          <a:blip r:embed="rId2"/>
          <a:stretch>
            <a:fillRect/>
          </a:stretch>
        </p:blipFill>
        <p:spPr>
          <a:xfrm>
            <a:off x="491613" y="3018504"/>
            <a:ext cx="3244645" cy="3614122"/>
          </a:xfrm>
          <a:prstGeom prst="rect">
            <a:avLst/>
          </a:prstGeom>
        </p:spPr>
      </p:pic>
      <p:sp>
        <p:nvSpPr>
          <p:cNvPr id="10" name="TextBox 9">
            <a:extLst>
              <a:ext uri="{FF2B5EF4-FFF2-40B4-BE49-F238E27FC236}">
                <a16:creationId xmlns:a16="http://schemas.microsoft.com/office/drawing/2014/main" id="{A1BE7366-2A93-FE2F-1B4F-2262502D30C8}"/>
              </a:ext>
            </a:extLst>
          </p:cNvPr>
          <p:cNvSpPr txBox="1"/>
          <p:nvPr/>
        </p:nvSpPr>
        <p:spPr>
          <a:xfrm>
            <a:off x="5692877" y="1014861"/>
            <a:ext cx="6666271" cy="369332"/>
          </a:xfrm>
          <a:prstGeom prst="rect">
            <a:avLst/>
          </a:prstGeom>
          <a:noFill/>
        </p:spPr>
        <p:txBody>
          <a:bodyPr wrap="square" rtlCol="0">
            <a:spAutoFit/>
          </a:bodyPr>
          <a:lstStyle/>
          <a:p>
            <a:r>
              <a:rPr lang="en-US" dirty="0">
                <a:solidFill>
                  <a:schemeClr val="accent6"/>
                </a:solidFill>
              </a:rPr>
              <a:t>Query 4:</a:t>
            </a:r>
            <a:r>
              <a:rPr lang="en-US" dirty="0"/>
              <a:t> </a:t>
            </a:r>
            <a:r>
              <a:rPr lang="en-US" sz="1600" dirty="0"/>
              <a:t>Count the total number of customers.</a:t>
            </a:r>
            <a:endParaRPr lang="en-IN" sz="1600" dirty="0"/>
          </a:p>
        </p:txBody>
      </p:sp>
      <p:pic>
        <p:nvPicPr>
          <p:cNvPr id="12" name="Picture 11">
            <a:extLst>
              <a:ext uri="{FF2B5EF4-FFF2-40B4-BE49-F238E27FC236}">
                <a16:creationId xmlns:a16="http://schemas.microsoft.com/office/drawing/2014/main" id="{9263216A-C8F4-1AAC-617D-452979031D25}"/>
              </a:ext>
            </a:extLst>
          </p:cNvPr>
          <p:cNvPicPr>
            <a:picLocks noChangeAspect="1"/>
          </p:cNvPicPr>
          <p:nvPr/>
        </p:nvPicPr>
        <p:blipFill>
          <a:blip r:embed="rId3"/>
          <a:stretch>
            <a:fillRect/>
          </a:stretch>
        </p:blipFill>
        <p:spPr>
          <a:xfrm>
            <a:off x="6833423" y="2428726"/>
            <a:ext cx="2556384" cy="923330"/>
          </a:xfrm>
          <a:prstGeom prst="rect">
            <a:avLst/>
          </a:prstGeom>
        </p:spPr>
      </p:pic>
      <p:sp>
        <p:nvSpPr>
          <p:cNvPr id="13" name="TextBox 12">
            <a:extLst>
              <a:ext uri="{FF2B5EF4-FFF2-40B4-BE49-F238E27FC236}">
                <a16:creationId xmlns:a16="http://schemas.microsoft.com/office/drawing/2014/main" id="{2078558F-CD2D-35A2-DAD4-E2D40B9C65C2}"/>
              </a:ext>
            </a:extLst>
          </p:cNvPr>
          <p:cNvSpPr txBox="1"/>
          <p:nvPr/>
        </p:nvSpPr>
        <p:spPr>
          <a:xfrm>
            <a:off x="4724399" y="3518221"/>
            <a:ext cx="3480620" cy="615553"/>
          </a:xfrm>
          <a:prstGeom prst="rect">
            <a:avLst/>
          </a:prstGeom>
          <a:noFill/>
        </p:spPr>
        <p:txBody>
          <a:bodyPr wrap="square" rtlCol="0">
            <a:spAutoFit/>
          </a:bodyPr>
          <a:lstStyle/>
          <a:p>
            <a:r>
              <a:rPr lang="en-US" dirty="0">
                <a:solidFill>
                  <a:schemeClr val="accent6"/>
                </a:solidFill>
              </a:rPr>
              <a:t>Query 5: </a:t>
            </a:r>
            <a:r>
              <a:rPr lang="en-US" sz="1600" dirty="0"/>
              <a:t>Find the maximum account balance.</a:t>
            </a:r>
            <a:endParaRPr lang="en-IN" dirty="0"/>
          </a:p>
        </p:txBody>
      </p:sp>
      <p:pic>
        <p:nvPicPr>
          <p:cNvPr id="15" name="Picture 14">
            <a:extLst>
              <a:ext uri="{FF2B5EF4-FFF2-40B4-BE49-F238E27FC236}">
                <a16:creationId xmlns:a16="http://schemas.microsoft.com/office/drawing/2014/main" id="{CEAE7D8E-E3E5-3647-E748-5210DCAB75A1}"/>
              </a:ext>
            </a:extLst>
          </p:cNvPr>
          <p:cNvPicPr>
            <a:picLocks noChangeAspect="1"/>
          </p:cNvPicPr>
          <p:nvPr/>
        </p:nvPicPr>
        <p:blipFill>
          <a:blip r:embed="rId4"/>
          <a:stretch>
            <a:fillRect/>
          </a:stretch>
        </p:blipFill>
        <p:spPr>
          <a:xfrm>
            <a:off x="4844955" y="5292520"/>
            <a:ext cx="3537044" cy="1085850"/>
          </a:xfrm>
          <a:prstGeom prst="rect">
            <a:avLst/>
          </a:prstGeom>
        </p:spPr>
      </p:pic>
      <p:pic>
        <p:nvPicPr>
          <p:cNvPr id="18" name="Picture 17">
            <a:extLst>
              <a:ext uri="{FF2B5EF4-FFF2-40B4-BE49-F238E27FC236}">
                <a16:creationId xmlns:a16="http://schemas.microsoft.com/office/drawing/2014/main" id="{81273501-4367-188A-528B-F8A93D7312B4}"/>
              </a:ext>
            </a:extLst>
          </p:cNvPr>
          <p:cNvPicPr>
            <a:picLocks noChangeAspect="1"/>
          </p:cNvPicPr>
          <p:nvPr/>
        </p:nvPicPr>
        <p:blipFill>
          <a:blip r:embed="rId5"/>
          <a:stretch>
            <a:fillRect/>
          </a:stretch>
        </p:blipFill>
        <p:spPr>
          <a:xfrm>
            <a:off x="9193162" y="5379454"/>
            <a:ext cx="2713703" cy="1076325"/>
          </a:xfrm>
          <a:prstGeom prst="rect">
            <a:avLst/>
          </a:prstGeom>
        </p:spPr>
      </p:pic>
      <p:sp>
        <p:nvSpPr>
          <p:cNvPr id="22" name="TextBox 21">
            <a:extLst>
              <a:ext uri="{FF2B5EF4-FFF2-40B4-BE49-F238E27FC236}">
                <a16:creationId xmlns:a16="http://schemas.microsoft.com/office/drawing/2014/main" id="{D46470E7-4B0F-CC58-D712-A35735C11797}"/>
              </a:ext>
            </a:extLst>
          </p:cNvPr>
          <p:cNvSpPr txBox="1"/>
          <p:nvPr/>
        </p:nvSpPr>
        <p:spPr>
          <a:xfrm>
            <a:off x="8790042" y="3505944"/>
            <a:ext cx="3244644" cy="615553"/>
          </a:xfrm>
          <a:prstGeom prst="rect">
            <a:avLst/>
          </a:prstGeom>
          <a:noFill/>
        </p:spPr>
        <p:txBody>
          <a:bodyPr wrap="square" rtlCol="0">
            <a:spAutoFit/>
          </a:bodyPr>
          <a:lstStyle/>
          <a:p>
            <a:r>
              <a:rPr lang="en-US" dirty="0">
                <a:solidFill>
                  <a:schemeClr val="accent6"/>
                </a:solidFill>
              </a:rPr>
              <a:t>Query 6:</a:t>
            </a:r>
            <a:r>
              <a:rPr lang="en-US" dirty="0"/>
              <a:t> </a:t>
            </a:r>
            <a:r>
              <a:rPr lang="en-US" sz="1600" dirty="0"/>
              <a:t>Find the average salary of employee.</a:t>
            </a:r>
            <a:endParaRPr lang="en-IN" dirty="0"/>
          </a:p>
        </p:txBody>
      </p:sp>
      <p:sp>
        <p:nvSpPr>
          <p:cNvPr id="23" name="TextBox 22">
            <a:extLst>
              <a:ext uri="{FF2B5EF4-FFF2-40B4-BE49-F238E27FC236}">
                <a16:creationId xmlns:a16="http://schemas.microsoft.com/office/drawing/2014/main" id="{C00FCF1A-6F3A-FD2B-400D-4DC20F969CE5}"/>
              </a:ext>
            </a:extLst>
          </p:cNvPr>
          <p:cNvSpPr txBox="1"/>
          <p:nvPr/>
        </p:nvSpPr>
        <p:spPr>
          <a:xfrm>
            <a:off x="5692877" y="1668886"/>
            <a:ext cx="5378245" cy="646331"/>
          </a:xfrm>
          <a:prstGeom prst="rect">
            <a:avLst/>
          </a:prstGeom>
          <a:noFill/>
        </p:spPr>
        <p:txBody>
          <a:bodyPr wrap="square" rtlCol="0">
            <a:spAutoFit/>
          </a:bodyPr>
          <a:lstStyle/>
          <a:p>
            <a:pPr marL="285750" indent="-285750">
              <a:buFont typeface="Arial" panose="020B0604020202020204" pitchFamily="34" charset="0"/>
              <a:buChar char="•"/>
            </a:pPr>
            <a:r>
              <a:rPr lang="en-US" dirty="0"/>
              <a:t>SELECT COUNT(*) AS </a:t>
            </a:r>
            <a:r>
              <a:rPr lang="en-US" dirty="0" err="1"/>
              <a:t>total_customers</a:t>
            </a:r>
            <a:endParaRPr lang="en-US" dirty="0"/>
          </a:p>
          <a:p>
            <a:r>
              <a:rPr lang="en-US" dirty="0"/>
              <a:t>     FROM customer;</a:t>
            </a:r>
            <a:endParaRPr lang="en-IN" dirty="0"/>
          </a:p>
        </p:txBody>
      </p:sp>
      <p:sp>
        <p:nvSpPr>
          <p:cNvPr id="24" name="TextBox 23">
            <a:extLst>
              <a:ext uri="{FF2B5EF4-FFF2-40B4-BE49-F238E27FC236}">
                <a16:creationId xmlns:a16="http://schemas.microsoft.com/office/drawing/2014/main" id="{C915DE58-D334-0638-AD1F-24C5E8805D7F}"/>
              </a:ext>
            </a:extLst>
          </p:cNvPr>
          <p:cNvSpPr txBox="1"/>
          <p:nvPr/>
        </p:nvSpPr>
        <p:spPr>
          <a:xfrm>
            <a:off x="4975124" y="4321552"/>
            <a:ext cx="3244645" cy="830997"/>
          </a:xfrm>
          <a:prstGeom prst="rect">
            <a:avLst/>
          </a:prstGeom>
          <a:noFill/>
        </p:spPr>
        <p:txBody>
          <a:bodyPr wrap="square" rtlCol="0">
            <a:spAutoFit/>
          </a:bodyPr>
          <a:lstStyle/>
          <a:p>
            <a:pPr marL="285750" indent="-285750">
              <a:buFont typeface="Arial" panose="020B0604020202020204" pitchFamily="34" charset="0"/>
              <a:buChar char="•"/>
            </a:pPr>
            <a:r>
              <a:rPr lang="en-US" sz="1600" dirty="0"/>
              <a:t>SELECT MAX(balance) AS </a:t>
            </a:r>
            <a:r>
              <a:rPr lang="en-US" sz="1600" dirty="0" err="1"/>
              <a:t>maximum_balance</a:t>
            </a:r>
            <a:endParaRPr lang="en-US" sz="1600" dirty="0"/>
          </a:p>
          <a:p>
            <a:r>
              <a:rPr lang="en-US" sz="1600" dirty="0"/>
              <a:t>     FROM account;</a:t>
            </a:r>
            <a:endParaRPr lang="en-IN" sz="1600" dirty="0"/>
          </a:p>
        </p:txBody>
      </p:sp>
      <p:sp>
        <p:nvSpPr>
          <p:cNvPr id="25" name="TextBox 24">
            <a:extLst>
              <a:ext uri="{FF2B5EF4-FFF2-40B4-BE49-F238E27FC236}">
                <a16:creationId xmlns:a16="http://schemas.microsoft.com/office/drawing/2014/main" id="{C2E7C442-2234-71BC-F9FB-72636EBDB5A9}"/>
              </a:ext>
            </a:extLst>
          </p:cNvPr>
          <p:cNvSpPr txBox="1"/>
          <p:nvPr/>
        </p:nvSpPr>
        <p:spPr>
          <a:xfrm>
            <a:off x="9193161" y="4321552"/>
            <a:ext cx="2399070" cy="830997"/>
          </a:xfrm>
          <a:prstGeom prst="rect">
            <a:avLst/>
          </a:prstGeom>
          <a:noFill/>
        </p:spPr>
        <p:txBody>
          <a:bodyPr wrap="square" rtlCol="0">
            <a:spAutoFit/>
          </a:bodyPr>
          <a:lstStyle/>
          <a:p>
            <a:pPr marL="285750" indent="-285750">
              <a:buFont typeface="Arial" panose="020B0604020202020204" pitchFamily="34" charset="0"/>
              <a:buChar char="•"/>
            </a:pPr>
            <a:r>
              <a:rPr lang="en-US" sz="1600" dirty="0"/>
              <a:t>SELECT AVG(salary) AS </a:t>
            </a:r>
            <a:r>
              <a:rPr lang="en-US" sz="1600" dirty="0" err="1"/>
              <a:t>average_salary</a:t>
            </a:r>
            <a:endParaRPr lang="en-US" sz="1600" dirty="0"/>
          </a:p>
          <a:p>
            <a:r>
              <a:rPr lang="en-US" sz="1600" dirty="0"/>
              <a:t>     FROM employee;</a:t>
            </a:r>
            <a:endParaRPr lang="en-IN" sz="1600" dirty="0"/>
          </a:p>
        </p:txBody>
      </p:sp>
    </p:spTree>
    <p:extLst>
      <p:ext uri="{BB962C8B-B14F-4D97-AF65-F5344CB8AC3E}">
        <p14:creationId xmlns:p14="http://schemas.microsoft.com/office/powerpoint/2010/main" val="900810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6E7FD2C-E9C3-004A-014B-CB6C860145AF}"/>
              </a:ext>
            </a:extLst>
          </p:cNvPr>
          <p:cNvSpPr txBox="1"/>
          <p:nvPr/>
        </p:nvSpPr>
        <p:spPr>
          <a:xfrm>
            <a:off x="255639" y="990082"/>
            <a:ext cx="4896464" cy="861774"/>
          </a:xfrm>
          <a:prstGeom prst="rect">
            <a:avLst/>
          </a:prstGeom>
          <a:noFill/>
        </p:spPr>
        <p:txBody>
          <a:bodyPr wrap="square">
            <a:spAutoFit/>
          </a:bodyPr>
          <a:lstStyle/>
          <a:p>
            <a:r>
              <a:rPr lang="en-US" sz="1800" dirty="0">
                <a:solidFill>
                  <a:schemeClr val="accent6"/>
                </a:solidFill>
              </a:rPr>
              <a:t>Query 7:</a:t>
            </a:r>
            <a:r>
              <a:rPr lang="en-US" sz="1600" dirty="0"/>
              <a:t>Display customers whose age is greater than 30.</a:t>
            </a:r>
          </a:p>
          <a:p>
            <a:endParaRPr lang="en-US" sz="1600" dirty="0"/>
          </a:p>
        </p:txBody>
      </p:sp>
      <p:sp>
        <p:nvSpPr>
          <p:cNvPr id="4" name="TextBox 3">
            <a:extLst>
              <a:ext uri="{FF2B5EF4-FFF2-40B4-BE49-F238E27FC236}">
                <a16:creationId xmlns:a16="http://schemas.microsoft.com/office/drawing/2014/main" id="{BDBA77FA-6464-5111-01C5-31F4CF025294}"/>
              </a:ext>
            </a:extLst>
          </p:cNvPr>
          <p:cNvSpPr txBox="1"/>
          <p:nvPr/>
        </p:nvSpPr>
        <p:spPr>
          <a:xfrm>
            <a:off x="363794" y="1675778"/>
            <a:ext cx="3490451" cy="1077218"/>
          </a:xfrm>
          <a:prstGeom prst="rect">
            <a:avLst/>
          </a:prstGeom>
          <a:noFill/>
        </p:spPr>
        <p:txBody>
          <a:bodyPr wrap="square" rtlCol="0">
            <a:spAutoFit/>
          </a:bodyPr>
          <a:lstStyle/>
          <a:p>
            <a:pPr marL="285750" indent="-285750">
              <a:buFont typeface="Arial" panose="020B0604020202020204" pitchFamily="34" charset="0"/>
              <a:buChar char="•"/>
            </a:pPr>
            <a:r>
              <a:rPr lang="en-US" sz="1600" dirty="0"/>
              <a:t>SELECT </a:t>
            </a:r>
            <a:r>
              <a:rPr lang="en-US" sz="1600" dirty="0" err="1"/>
              <a:t>customer_id</a:t>
            </a:r>
            <a:r>
              <a:rPr lang="en-US" sz="1600" dirty="0"/>
              <a:t>, </a:t>
            </a:r>
            <a:r>
              <a:rPr lang="en-US" sz="1600" dirty="0" err="1"/>
              <a:t>first_name</a:t>
            </a:r>
            <a:r>
              <a:rPr lang="en-US" sz="1600" dirty="0"/>
              <a:t>, </a:t>
            </a:r>
            <a:r>
              <a:rPr lang="en-US" sz="1600" dirty="0" err="1"/>
              <a:t>last_name</a:t>
            </a:r>
            <a:r>
              <a:rPr lang="en-US" sz="1600" dirty="0"/>
              <a:t>, age</a:t>
            </a:r>
          </a:p>
          <a:p>
            <a:r>
              <a:rPr lang="en-US" sz="1600" dirty="0"/>
              <a:t>     FROM customer</a:t>
            </a:r>
          </a:p>
          <a:p>
            <a:r>
              <a:rPr lang="en-US" sz="1600" dirty="0"/>
              <a:t>     WHERE age &gt; 30;</a:t>
            </a:r>
            <a:endParaRPr lang="en-IN" sz="1600" dirty="0"/>
          </a:p>
        </p:txBody>
      </p:sp>
      <p:pic>
        <p:nvPicPr>
          <p:cNvPr id="6" name="Picture 5">
            <a:extLst>
              <a:ext uri="{FF2B5EF4-FFF2-40B4-BE49-F238E27FC236}">
                <a16:creationId xmlns:a16="http://schemas.microsoft.com/office/drawing/2014/main" id="{96EF77D6-8453-ED32-C5AD-5C98E6F63753}"/>
              </a:ext>
            </a:extLst>
          </p:cNvPr>
          <p:cNvPicPr>
            <a:picLocks noChangeAspect="1"/>
          </p:cNvPicPr>
          <p:nvPr/>
        </p:nvPicPr>
        <p:blipFill>
          <a:blip r:embed="rId2"/>
          <a:stretch>
            <a:fillRect/>
          </a:stretch>
        </p:blipFill>
        <p:spPr>
          <a:xfrm>
            <a:off x="484392" y="2861187"/>
            <a:ext cx="4126937" cy="3657600"/>
          </a:xfrm>
          <a:prstGeom prst="rect">
            <a:avLst/>
          </a:prstGeom>
        </p:spPr>
      </p:pic>
      <p:sp>
        <p:nvSpPr>
          <p:cNvPr id="7" name="TextBox 6">
            <a:extLst>
              <a:ext uri="{FF2B5EF4-FFF2-40B4-BE49-F238E27FC236}">
                <a16:creationId xmlns:a16="http://schemas.microsoft.com/office/drawing/2014/main" id="{9189C172-37AC-57D8-5A50-8C2D146A2B3A}"/>
              </a:ext>
            </a:extLst>
          </p:cNvPr>
          <p:cNvSpPr txBox="1"/>
          <p:nvPr/>
        </p:nvSpPr>
        <p:spPr>
          <a:xfrm>
            <a:off x="5486402" y="990082"/>
            <a:ext cx="4896464" cy="369332"/>
          </a:xfrm>
          <a:prstGeom prst="rect">
            <a:avLst/>
          </a:prstGeom>
          <a:noFill/>
        </p:spPr>
        <p:txBody>
          <a:bodyPr wrap="square" rtlCol="0">
            <a:spAutoFit/>
          </a:bodyPr>
          <a:lstStyle/>
          <a:p>
            <a:r>
              <a:rPr lang="en-US" dirty="0">
                <a:solidFill>
                  <a:schemeClr val="accent6"/>
                </a:solidFill>
              </a:rPr>
              <a:t>Query 8: </a:t>
            </a:r>
            <a:r>
              <a:rPr lang="en-US" dirty="0">
                <a:solidFill>
                  <a:schemeClr val="tx2"/>
                </a:solidFill>
              </a:rPr>
              <a:t>Display all deposit transactions</a:t>
            </a:r>
            <a:endParaRPr lang="en-IN" dirty="0">
              <a:solidFill>
                <a:schemeClr val="tx2"/>
              </a:solidFill>
            </a:endParaRPr>
          </a:p>
        </p:txBody>
      </p:sp>
      <p:sp>
        <p:nvSpPr>
          <p:cNvPr id="8" name="TextBox 7">
            <a:extLst>
              <a:ext uri="{FF2B5EF4-FFF2-40B4-BE49-F238E27FC236}">
                <a16:creationId xmlns:a16="http://schemas.microsoft.com/office/drawing/2014/main" id="{1987E8D9-56B2-C40A-B6CD-F64D936F07D8}"/>
              </a:ext>
            </a:extLst>
          </p:cNvPr>
          <p:cNvSpPr txBox="1"/>
          <p:nvPr/>
        </p:nvSpPr>
        <p:spPr>
          <a:xfrm>
            <a:off x="6017342" y="1552667"/>
            <a:ext cx="4139380" cy="1200329"/>
          </a:xfrm>
          <a:prstGeom prst="rect">
            <a:avLst/>
          </a:prstGeom>
          <a:noFill/>
        </p:spPr>
        <p:txBody>
          <a:bodyPr wrap="square" rtlCol="0">
            <a:spAutoFit/>
          </a:bodyPr>
          <a:lstStyle/>
          <a:p>
            <a:pPr marL="285750" indent="-285750">
              <a:buFont typeface="Arial" panose="020B0604020202020204" pitchFamily="34" charset="0"/>
              <a:buChar char="•"/>
            </a:pPr>
            <a:r>
              <a:rPr lang="en-US" dirty="0"/>
              <a:t>select </a:t>
            </a:r>
            <a:r>
              <a:rPr lang="en-US" dirty="0" err="1"/>
              <a:t>transaction_id</a:t>
            </a:r>
            <a:r>
              <a:rPr lang="en-US" dirty="0"/>
              <a:t>, </a:t>
            </a:r>
            <a:r>
              <a:rPr lang="en-US" dirty="0" err="1"/>
              <a:t>transaction_date</a:t>
            </a:r>
            <a:r>
              <a:rPr lang="en-US" dirty="0"/>
              <a:t>, amount, </a:t>
            </a:r>
            <a:r>
              <a:rPr lang="en-US" dirty="0" err="1"/>
              <a:t>account_id</a:t>
            </a:r>
            <a:r>
              <a:rPr lang="en-US" dirty="0"/>
              <a:t>   from transaction    where </a:t>
            </a:r>
            <a:r>
              <a:rPr lang="en-US" dirty="0" err="1"/>
              <a:t>transaction_type</a:t>
            </a:r>
            <a:r>
              <a:rPr lang="en-US" dirty="0"/>
              <a:t> = 'Deposit';</a:t>
            </a:r>
            <a:endParaRPr lang="en-IN" dirty="0"/>
          </a:p>
        </p:txBody>
      </p:sp>
      <p:pic>
        <p:nvPicPr>
          <p:cNvPr id="10" name="Picture 9">
            <a:extLst>
              <a:ext uri="{FF2B5EF4-FFF2-40B4-BE49-F238E27FC236}">
                <a16:creationId xmlns:a16="http://schemas.microsoft.com/office/drawing/2014/main" id="{485AB0C0-0AF1-3D0A-37F6-E779638371AF}"/>
              </a:ext>
            </a:extLst>
          </p:cNvPr>
          <p:cNvPicPr>
            <a:picLocks noChangeAspect="1"/>
          </p:cNvPicPr>
          <p:nvPr/>
        </p:nvPicPr>
        <p:blipFill>
          <a:blip r:embed="rId3"/>
          <a:stretch>
            <a:fillRect/>
          </a:stretch>
        </p:blipFill>
        <p:spPr>
          <a:xfrm>
            <a:off x="5899354" y="2946249"/>
            <a:ext cx="5604387" cy="3385725"/>
          </a:xfrm>
          <a:prstGeom prst="rect">
            <a:avLst/>
          </a:prstGeom>
        </p:spPr>
      </p:pic>
    </p:spTree>
    <p:extLst>
      <p:ext uri="{BB962C8B-B14F-4D97-AF65-F5344CB8AC3E}">
        <p14:creationId xmlns:p14="http://schemas.microsoft.com/office/powerpoint/2010/main" val="23962351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EE29396-9876-F8CD-21A5-FCF10A864E61}"/>
              </a:ext>
            </a:extLst>
          </p:cNvPr>
          <p:cNvSpPr txBox="1"/>
          <p:nvPr/>
        </p:nvSpPr>
        <p:spPr>
          <a:xfrm>
            <a:off x="412955" y="1022556"/>
            <a:ext cx="3578942" cy="646331"/>
          </a:xfrm>
          <a:prstGeom prst="rect">
            <a:avLst/>
          </a:prstGeom>
          <a:noFill/>
        </p:spPr>
        <p:txBody>
          <a:bodyPr wrap="square" rtlCol="0">
            <a:spAutoFit/>
          </a:bodyPr>
          <a:lstStyle/>
          <a:p>
            <a:r>
              <a:rPr lang="en-US" dirty="0">
                <a:solidFill>
                  <a:schemeClr val="accent6"/>
                </a:solidFill>
              </a:rPr>
              <a:t>Query 9: </a:t>
            </a:r>
            <a:r>
              <a:rPr lang="en-US" dirty="0"/>
              <a:t>Display bank names along with their branch names</a:t>
            </a:r>
            <a:endParaRPr lang="en-IN" dirty="0"/>
          </a:p>
        </p:txBody>
      </p:sp>
      <p:sp>
        <p:nvSpPr>
          <p:cNvPr id="3" name="TextBox 2">
            <a:extLst>
              <a:ext uri="{FF2B5EF4-FFF2-40B4-BE49-F238E27FC236}">
                <a16:creationId xmlns:a16="http://schemas.microsoft.com/office/drawing/2014/main" id="{1F2B9F04-F88B-DE75-0725-6136B0A8E07D}"/>
              </a:ext>
            </a:extLst>
          </p:cNvPr>
          <p:cNvSpPr txBox="1"/>
          <p:nvPr/>
        </p:nvSpPr>
        <p:spPr>
          <a:xfrm>
            <a:off x="412955" y="1764268"/>
            <a:ext cx="3156155" cy="1077218"/>
          </a:xfrm>
          <a:prstGeom prst="rect">
            <a:avLst/>
          </a:prstGeom>
          <a:noFill/>
        </p:spPr>
        <p:txBody>
          <a:bodyPr wrap="square" rtlCol="0">
            <a:spAutoFit/>
          </a:bodyPr>
          <a:lstStyle/>
          <a:p>
            <a:pPr marL="285750" indent="-285750">
              <a:buFont typeface="Arial" panose="020B0604020202020204" pitchFamily="34" charset="0"/>
              <a:buChar char="•"/>
            </a:pPr>
            <a:r>
              <a:rPr lang="en-US" sz="1600" dirty="0"/>
              <a:t>select </a:t>
            </a:r>
            <a:r>
              <a:rPr lang="en-US" sz="1600" dirty="0" err="1"/>
              <a:t>b.bank_name</a:t>
            </a:r>
            <a:r>
              <a:rPr lang="en-US" sz="1600" dirty="0"/>
              <a:t>, </a:t>
            </a:r>
            <a:r>
              <a:rPr lang="en-US" sz="1600" dirty="0" err="1"/>
              <a:t>br.branch_name</a:t>
            </a:r>
            <a:r>
              <a:rPr lang="en-US" sz="1600" dirty="0"/>
              <a:t> from bank b, branch </a:t>
            </a:r>
            <a:r>
              <a:rPr lang="en-US" sz="1600" dirty="0" err="1"/>
              <a:t>br</a:t>
            </a:r>
            <a:r>
              <a:rPr lang="en-US" sz="1600" dirty="0"/>
              <a:t> where </a:t>
            </a:r>
            <a:r>
              <a:rPr lang="en-US" sz="1600" dirty="0" err="1"/>
              <a:t>b.bank_id</a:t>
            </a:r>
            <a:r>
              <a:rPr lang="en-US" sz="1600" dirty="0"/>
              <a:t> = </a:t>
            </a:r>
            <a:r>
              <a:rPr lang="en-US" sz="1600" dirty="0" err="1"/>
              <a:t>br.bank_id</a:t>
            </a:r>
            <a:r>
              <a:rPr lang="en-US" sz="1600" dirty="0"/>
              <a:t>;</a:t>
            </a:r>
            <a:endParaRPr lang="en-IN" sz="1600" dirty="0"/>
          </a:p>
        </p:txBody>
      </p:sp>
      <p:pic>
        <p:nvPicPr>
          <p:cNvPr id="5" name="Picture 4">
            <a:extLst>
              <a:ext uri="{FF2B5EF4-FFF2-40B4-BE49-F238E27FC236}">
                <a16:creationId xmlns:a16="http://schemas.microsoft.com/office/drawing/2014/main" id="{340F5221-A29E-5470-1425-032AF8D93C7C}"/>
              </a:ext>
            </a:extLst>
          </p:cNvPr>
          <p:cNvPicPr>
            <a:picLocks noChangeAspect="1"/>
          </p:cNvPicPr>
          <p:nvPr/>
        </p:nvPicPr>
        <p:blipFill>
          <a:blip r:embed="rId2"/>
          <a:stretch>
            <a:fillRect/>
          </a:stretch>
        </p:blipFill>
        <p:spPr>
          <a:xfrm>
            <a:off x="412955" y="3025358"/>
            <a:ext cx="4001729" cy="3522927"/>
          </a:xfrm>
          <a:prstGeom prst="rect">
            <a:avLst/>
          </a:prstGeom>
        </p:spPr>
      </p:pic>
      <p:sp>
        <p:nvSpPr>
          <p:cNvPr id="6" name="TextBox 5">
            <a:extLst>
              <a:ext uri="{FF2B5EF4-FFF2-40B4-BE49-F238E27FC236}">
                <a16:creationId xmlns:a16="http://schemas.microsoft.com/office/drawing/2014/main" id="{E5F49D91-474F-0731-064E-96DB4FE6CFDA}"/>
              </a:ext>
            </a:extLst>
          </p:cNvPr>
          <p:cNvSpPr txBox="1"/>
          <p:nvPr/>
        </p:nvSpPr>
        <p:spPr>
          <a:xfrm>
            <a:off x="4778476" y="1022556"/>
            <a:ext cx="3775589" cy="646331"/>
          </a:xfrm>
          <a:prstGeom prst="rect">
            <a:avLst/>
          </a:prstGeom>
          <a:noFill/>
        </p:spPr>
        <p:txBody>
          <a:bodyPr wrap="square" rtlCol="0">
            <a:spAutoFit/>
          </a:bodyPr>
          <a:lstStyle/>
          <a:p>
            <a:r>
              <a:rPr lang="en-US" dirty="0">
                <a:solidFill>
                  <a:schemeClr val="accent6"/>
                </a:solidFill>
              </a:rPr>
              <a:t>Query 10: </a:t>
            </a:r>
            <a:r>
              <a:rPr lang="en-US" dirty="0"/>
              <a:t>Display employee names along with their branch names</a:t>
            </a:r>
            <a:endParaRPr lang="en-IN" dirty="0"/>
          </a:p>
        </p:txBody>
      </p:sp>
      <p:sp>
        <p:nvSpPr>
          <p:cNvPr id="7" name="TextBox 6">
            <a:extLst>
              <a:ext uri="{FF2B5EF4-FFF2-40B4-BE49-F238E27FC236}">
                <a16:creationId xmlns:a16="http://schemas.microsoft.com/office/drawing/2014/main" id="{BC454D11-F60E-A152-E470-FF4406BAEA99}"/>
              </a:ext>
            </a:extLst>
          </p:cNvPr>
          <p:cNvSpPr txBox="1"/>
          <p:nvPr/>
        </p:nvSpPr>
        <p:spPr>
          <a:xfrm>
            <a:off x="4945628" y="1764268"/>
            <a:ext cx="2910346" cy="1323439"/>
          </a:xfrm>
          <a:prstGeom prst="rect">
            <a:avLst/>
          </a:prstGeom>
          <a:noFill/>
        </p:spPr>
        <p:txBody>
          <a:bodyPr wrap="square" rtlCol="0">
            <a:spAutoFit/>
          </a:bodyPr>
          <a:lstStyle/>
          <a:p>
            <a:pPr marL="285750" indent="-285750">
              <a:buFont typeface="Arial" panose="020B0604020202020204" pitchFamily="34" charset="0"/>
              <a:buChar char="•"/>
            </a:pPr>
            <a:r>
              <a:rPr lang="en-US" sz="1600" dirty="0"/>
              <a:t>select </a:t>
            </a:r>
            <a:r>
              <a:rPr lang="en-US" sz="1600" dirty="0" err="1"/>
              <a:t>e.employee_name</a:t>
            </a:r>
            <a:r>
              <a:rPr lang="en-US" sz="1600" dirty="0"/>
              <a:t>, </a:t>
            </a:r>
            <a:r>
              <a:rPr lang="en-US" sz="1600" dirty="0" err="1"/>
              <a:t>e.position</a:t>
            </a:r>
            <a:r>
              <a:rPr lang="en-US" sz="1600" dirty="0"/>
              <a:t>, </a:t>
            </a:r>
            <a:r>
              <a:rPr lang="en-US" sz="1600" dirty="0" err="1"/>
              <a:t>br.branch_name</a:t>
            </a:r>
            <a:r>
              <a:rPr lang="en-US" sz="1600" dirty="0"/>
              <a:t> from employee e, branch </a:t>
            </a:r>
            <a:r>
              <a:rPr lang="en-US" sz="1600" dirty="0" err="1"/>
              <a:t>br</a:t>
            </a:r>
            <a:r>
              <a:rPr lang="en-US" sz="1600" dirty="0"/>
              <a:t> where </a:t>
            </a:r>
            <a:r>
              <a:rPr lang="en-US" sz="1600" dirty="0" err="1"/>
              <a:t>e.branch_id</a:t>
            </a:r>
            <a:r>
              <a:rPr lang="en-US" sz="1600" dirty="0"/>
              <a:t> = </a:t>
            </a:r>
            <a:r>
              <a:rPr lang="en-US" sz="1600" dirty="0" err="1"/>
              <a:t>br.branch_id</a:t>
            </a:r>
            <a:r>
              <a:rPr lang="en-US" sz="1600" dirty="0"/>
              <a:t>;</a:t>
            </a:r>
            <a:endParaRPr lang="en-IN" sz="1600" dirty="0"/>
          </a:p>
        </p:txBody>
      </p:sp>
      <p:pic>
        <p:nvPicPr>
          <p:cNvPr id="9" name="Picture 8">
            <a:extLst>
              <a:ext uri="{FF2B5EF4-FFF2-40B4-BE49-F238E27FC236}">
                <a16:creationId xmlns:a16="http://schemas.microsoft.com/office/drawing/2014/main" id="{C56CC088-D00D-DF8F-410F-7EE59AD30828}"/>
              </a:ext>
            </a:extLst>
          </p:cNvPr>
          <p:cNvPicPr>
            <a:picLocks noChangeAspect="1"/>
          </p:cNvPicPr>
          <p:nvPr/>
        </p:nvPicPr>
        <p:blipFill>
          <a:blip r:embed="rId3"/>
          <a:stretch>
            <a:fillRect/>
          </a:stretch>
        </p:blipFill>
        <p:spPr>
          <a:xfrm>
            <a:off x="8386918" y="1130711"/>
            <a:ext cx="3578943" cy="2298290"/>
          </a:xfrm>
          <a:prstGeom prst="rect">
            <a:avLst/>
          </a:prstGeom>
        </p:spPr>
      </p:pic>
      <p:sp>
        <p:nvSpPr>
          <p:cNvPr id="10" name="TextBox 9">
            <a:extLst>
              <a:ext uri="{FF2B5EF4-FFF2-40B4-BE49-F238E27FC236}">
                <a16:creationId xmlns:a16="http://schemas.microsoft.com/office/drawing/2014/main" id="{2852FB86-C810-F66C-479F-AE3982BB1BAD}"/>
              </a:ext>
            </a:extLst>
          </p:cNvPr>
          <p:cNvSpPr txBox="1"/>
          <p:nvPr/>
        </p:nvSpPr>
        <p:spPr>
          <a:xfrm>
            <a:off x="4945628" y="3510116"/>
            <a:ext cx="3333133" cy="861774"/>
          </a:xfrm>
          <a:prstGeom prst="rect">
            <a:avLst/>
          </a:prstGeom>
          <a:noFill/>
        </p:spPr>
        <p:txBody>
          <a:bodyPr wrap="square" rtlCol="0">
            <a:spAutoFit/>
          </a:bodyPr>
          <a:lstStyle/>
          <a:p>
            <a:r>
              <a:rPr lang="en-US" dirty="0">
                <a:solidFill>
                  <a:schemeClr val="accent6"/>
                </a:solidFill>
              </a:rPr>
              <a:t>Query 11:</a:t>
            </a:r>
            <a:r>
              <a:rPr lang="en-IN" dirty="0">
                <a:solidFill>
                  <a:schemeClr val="accent6"/>
                </a:solidFill>
              </a:rPr>
              <a:t> </a:t>
            </a:r>
            <a:r>
              <a:rPr lang="en-US" sz="1600" dirty="0"/>
              <a:t>Find the total transaction amount for each transaction type</a:t>
            </a:r>
          </a:p>
        </p:txBody>
      </p:sp>
      <p:sp>
        <p:nvSpPr>
          <p:cNvPr id="11" name="TextBox 10">
            <a:extLst>
              <a:ext uri="{FF2B5EF4-FFF2-40B4-BE49-F238E27FC236}">
                <a16:creationId xmlns:a16="http://schemas.microsoft.com/office/drawing/2014/main" id="{54626F38-5E26-BCF2-79E6-CFF06FD2E839}"/>
              </a:ext>
            </a:extLst>
          </p:cNvPr>
          <p:cNvSpPr txBox="1"/>
          <p:nvPr/>
        </p:nvSpPr>
        <p:spPr>
          <a:xfrm>
            <a:off x="4945629" y="4602155"/>
            <a:ext cx="2989004" cy="1323439"/>
          </a:xfrm>
          <a:prstGeom prst="rect">
            <a:avLst/>
          </a:prstGeom>
          <a:noFill/>
        </p:spPr>
        <p:txBody>
          <a:bodyPr wrap="square" rtlCol="0">
            <a:spAutoFit/>
          </a:bodyPr>
          <a:lstStyle/>
          <a:p>
            <a:pPr marL="285750" indent="-285750">
              <a:buFont typeface="Arial" panose="020B0604020202020204" pitchFamily="34" charset="0"/>
              <a:buChar char="•"/>
            </a:pPr>
            <a:r>
              <a:rPr lang="en-US" sz="1600" dirty="0"/>
              <a:t>select </a:t>
            </a:r>
            <a:r>
              <a:rPr lang="en-US" sz="1600" dirty="0" err="1"/>
              <a:t>transaction_type</a:t>
            </a:r>
            <a:r>
              <a:rPr lang="en-US" sz="1600" dirty="0"/>
              <a:t>, sum(amount) as </a:t>
            </a:r>
            <a:r>
              <a:rPr lang="en-US" sz="1600" dirty="0" err="1"/>
              <a:t>total_amount</a:t>
            </a:r>
            <a:r>
              <a:rPr lang="en-US" sz="1600" dirty="0"/>
              <a:t> from </a:t>
            </a:r>
            <a:r>
              <a:rPr lang="en-US" sz="1600" dirty="0" err="1"/>
              <a:t>transactiongroup</a:t>
            </a:r>
            <a:r>
              <a:rPr lang="en-US" sz="1600" dirty="0"/>
              <a:t> by </a:t>
            </a:r>
            <a:r>
              <a:rPr lang="en-US" sz="1600" dirty="0" err="1"/>
              <a:t>transaction_type</a:t>
            </a:r>
            <a:r>
              <a:rPr lang="en-US" sz="1600" dirty="0"/>
              <a:t>;</a:t>
            </a:r>
            <a:endParaRPr lang="en-IN" sz="1600" dirty="0"/>
          </a:p>
        </p:txBody>
      </p:sp>
      <p:pic>
        <p:nvPicPr>
          <p:cNvPr id="13" name="Picture 12">
            <a:extLst>
              <a:ext uri="{FF2B5EF4-FFF2-40B4-BE49-F238E27FC236}">
                <a16:creationId xmlns:a16="http://schemas.microsoft.com/office/drawing/2014/main" id="{B3CE7183-F75C-9E82-1ABC-B0EDA7E30E19}"/>
              </a:ext>
            </a:extLst>
          </p:cNvPr>
          <p:cNvPicPr>
            <a:picLocks noChangeAspect="1"/>
          </p:cNvPicPr>
          <p:nvPr/>
        </p:nvPicPr>
        <p:blipFill>
          <a:blip r:embed="rId4"/>
          <a:stretch>
            <a:fillRect/>
          </a:stretch>
        </p:blipFill>
        <p:spPr>
          <a:xfrm>
            <a:off x="8386918" y="4050888"/>
            <a:ext cx="3681257" cy="1874705"/>
          </a:xfrm>
          <a:prstGeom prst="rect">
            <a:avLst/>
          </a:prstGeom>
        </p:spPr>
      </p:pic>
    </p:spTree>
    <p:extLst>
      <p:ext uri="{BB962C8B-B14F-4D97-AF65-F5344CB8AC3E}">
        <p14:creationId xmlns:p14="http://schemas.microsoft.com/office/powerpoint/2010/main" val="12283129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4826D2C-9BD1-0CDF-C3DE-5481E68A2CD7}"/>
              </a:ext>
            </a:extLst>
          </p:cNvPr>
          <p:cNvSpPr txBox="1"/>
          <p:nvPr/>
        </p:nvSpPr>
        <p:spPr>
          <a:xfrm>
            <a:off x="393290" y="862263"/>
            <a:ext cx="6096000" cy="369332"/>
          </a:xfrm>
          <a:prstGeom prst="rect">
            <a:avLst/>
          </a:prstGeom>
          <a:noFill/>
        </p:spPr>
        <p:txBody>
          <a:bodyPr wrap="square">
            <a:spAutoFit/>
          </a:bodyPr>
          <a:lstStyle/>
          <a:p>
            <a:r>
              <a:rPr lang="en-US" sz="1800" dirty="0">
                <a:solidFill>
                  <a:schemeClr val="accent6"/>
                </a:solidFill>
              </a:rPr>
              <a:t>Query 12:</a:t>
            </a:r>
            <a:endParaRPr lang="en-IN" sz="1600" dirty="0"/>
          </a:p>
        </p:txBody>
      </p:sp>
      <p:sp>
        <p:nvSpPr>
          <p:cNvPr id="8" name="Rectangle 2">
            <a:extLst>
              <a:ext uri="{FF2B5EF4-FFF2-40B4-BE49-F238E27FC236}">
                <a16:creationId xmlns:a16="http://schemas.microsoft.com/office/drawing/2014/main" id="{7421AC16-D013-A930-C77D-C9C0FBC7D714}"/>
              </a:ext>
            </a:extLst>
          </p:cNvPr>
          <p:cNvSpPr>
            <a:spLocks noChangeArrowheads="1"/>
          </p:cNvSpPr>
          <p:nvPr/>
        </p:nvSpPr>
        <p:spPr bwMode="auto">
          <a:xfrm>
            <a:off x="1434383" y="869120"/>
            <a:ext cx="4277032" cy="28315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Display customers who have at least one account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with balance greater than 80000</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select </a:t>
            </a:r>
            <a:r>
              <a:rPr kumimoji="0" lang="en-US" altLang="en-US" sz="1600" b="0" i="0" u="none" strike="noStrike" cap="none" normalizeH="0" baseline="0" dirty="0" err="1">
                <a:ln>
                  <a:noFill/>
                </a:ln>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customer_id</a:t>
            </a:r>
            <a:r>
              <a:rPr kumimoji="0" lang="en-US" altLang="en-US" sz="1600" b="0" i="0" u="none" strike="noStrike" cap="none" normalizeH="0" baseline="0" dirty="0">
                <a:ln>
                  <a:noFill/>
                </a:ln>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 </a:t>
            </a:r>
            <a:r>
              <a:rPr kumimoji="0" lang="en-US" altLang="en-US" sz="1600" b="0" i="0" u="none" strike="noStrike" cap="none" normalizeH="0" baseline="0" dirty="0" err="1">
                <a:ln>
                  <a:noFill/>
                </a:ln>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first_name</a:t>
            </a:r>
            <a:r>
              <a:rPr kumimoji="0" lang="en-US" altLang="en-US" sz="1600" b="0" i="0" u="none" strike="noStrike" cap="none" normalizeH="0" baseline="0" dirty="0">
                <a:ln>
                  <a:noFill/>
                </a:ln>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 </a:t>
            </a:r>
            <a:r>
              <a:rPr kumimoji="0" lang="en-US" altLang="en-US" sz="1600" b="0" i="0" u="none" strike="noStrike" cap="none" normalizeH="0" baseline="0" dirty="0" err="1">
                <a:ln>
                  <a:noFill/>
                </a:ln>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last_name</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      from customer</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      where </a:t>
            </a:r>
            <a:r>
              <a:rPr kumimoji="0" lang="en-US" altLang="en-US" sz="1600" b="0" i="0" u="none" strike="noStrike" cap="none" normalizeH="0" baseline="0" dirty="0" err="1">
                <a:ln>
                  <a:noFill/>
                </a:ln>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customer_id</a:t>
            </a:r>
            <a:r>
              <a:rPr kumimoji="0" lang="en-US" altLang="en-US" sz="1600" b="0" i="0" u="none" strike="noStrike" cap="none" normalizeH="0" baseline="0" dirty="0">
                <a:ln>
                  <a:noFill/>
                </a:ln>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 in</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             (select </a:t>
            </a:r>
            <a:r>
              <a:rPr kumimoji="0" lang="en-US" altLang="en-US" sz="1600" b="0" i="0" u="none" strike="noStrike" cap="none" normalizeH="0" baseline="0" dirty="0" err="1">
                <a:ln>
                  <a:noFill/>
                </a:ln>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customer_id</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              from account</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       where balance &gt; 80000);</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025" name="Picture 10">
            <a:extLst>
              <a:ext uri="{FF2B5EF4-FFF2-40B4-BE49-F238E27FC236}">
                <a16:creationId xmlns:a16="http://schemas.microsoft.com/office/drawing/2014/main" id="{A0DC23A0-72F5-D8BB-8CA5-BA9DD92E22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3290" y="4158777"/>
            <a:ext cx="5318125" cy="1739637"/>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3">
            <a:extLst>
              <a:ext uri="{FF2B5EF4-FFF2-40B4-BE49-F238E27FC236}">
                <a16:creationId xmlns:a16="http://schemas.microsoft.com/office/drawing/2014/main" id="{B758D67D-8123-7B1B-2374-3A4112CFA297}"/>
              </a:ext>
            </a:extLst>
          </p:cNvPr>
          <p:cNvSpPr>
            <a:spLocks noChangeArrowheads="1"/>
          </p:cNvSpPr>
          <p:nvPr/>
        </p:nvSpPr>
        <p:spPr bwMode="auto">
          <a:xfrm>
            <a:off x="1899678" y="351904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10" name="TextBox 9">
            <a:extLst>
              <a:ext uri="{FF2B5EF4-FFF2-40B4-BE49-F238E27FC236}">
                <a16:creationId xmlns:a16="http://schemas.microsoft.com/office/drawing/2014/main" id="{39964D84-DE7A-7CB5-2FD7-C35B1A93E744}"/>
              </a:ext>
            </a:extLst>
          </p:cNvPr>
          <p:cNvSpPr txBox="1"/>
          <p:nvPr/>
        </p:nvSpPr>
        <p:spPr>
          <a:xfrm>
            <a:off x="6547980" y="869120"/>
            <a:ext cx="3224981" cy="369332"/>
          </a:xfrm>
          <a:prstGeom prst="rect">
            <a:avLst/>
          </a:prstGeom>
          <a:noFill/>
        </p:spPr>
        <p:txBody>
          <a:bodyPr wrap="square" rtlCol="0">
            <a:spAutoFit/>
          </a:bodyPr>
          <a:lstStyle/>
          <a:p>
            <a:r>
              <a:rPr lang="en-US" dirty="0">
                <a:solidFill>
                  <a:schemeClr val="accent6"/>
                </a:solidFill>
              </a:rPr>
              <a:t>Query 13:</a:t>
            </a:r>
            <a:endParaRPr lang="en-IN" dirty="0"/>
          </a:p>
        </p:txBody>
      </p:sp>
      <p:sp>
        <p:nvSpPr>
          <p:cNvPr id="11" name="Rectangle 5">
            <a:extLst>
              <a:ext uri="{FF2B5EF4-FFF2-40B4-BE49-F238E27FC236}">
                <a16:creationId xmlns:a16="http://schemas.microsoft.com/office/drawing/2014/main" id="{7E62CDFA-73A1-E2CF-D1DB-EBF5C3D28765}"/>
              </a:ext>
            </a:extLst>
          </p:cNvPr>
          <p:cNvSpPr>
            <a:spLocks noChangeArrowheads="1"/>
          </p:cNvSpPr>
          <p:nvPr/>
        </p:nvSpPr>
        <p:spPr bwMode="auto">
          <a:xfrm>
            <a:off x="7673051" y="869120"/>
            <a:ext cx="5238541" cy="2739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Aptos" panose="020B0004020202020204" pitchFamily="34" charset="0"/>
                <a:ea typeface="Aptos" panose="020B0004020202020204" pitchFamily="34" charset="0"/>
                <a:cs typeface="Gautami" panose="020B0502040204020203" pitchFamily="34" charset="0"/>
              </a:rPr>
              <a:t> </a:t>
            </a:r>
            <a:r>
              <a:rPr kumimoji="0" lang="en-US" altLang="en-US" sz="1400" b="1" i="0" u="none" strike="noStrike" cap="none" normalizeH="0" baseline="0" dirty="0">
                <a:ln>
                  <a:noFill/>
                </a:ln>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Find branches whose average account balance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 is greater than 50000</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400" dirty="0">
              <a:latin typeface="Times New Roman" panose="02020603050405020304" pitchFamily="18" charset="0"/>
              <a:ea typeface="Aptos" panose="020B0004020202020204" pitchFamily="34"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0" i="0" u="none" strike="noStrike" cap="none" normalizeH="0" baseline="0" dirty="0">
                <a:ln>
                  <a:noFill/>
                </a:ln>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select </a:t>
            </a:r>
            <a:r>
              <a:rPr kumimoji="0" lang="en-US" altLang="en-US" sz="1400" b="0" i="0" u="none" strike="noStrike" cap="none" normalizeH="0" baseline="0" dirty="0" err="1">
                <a:ln>
                  <a:noFill/>
                </a:ln>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br.branch_id</a:t>
            </a:r>
            <a:r>
              <a:rPr kumimoji="0" lang="en-US" altLang="en-US" sz="1400" b="0" i="0" u="none" strike="noStrike" cap="none" normalizeH="0" baseline="0" dirty="0">
                <a:ln>
                  <a:noFill/>
                </a:ln>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 </a:t>
            </a:r>
            <a:r>
              <a:rPr kumimoji="0" lang="en-US" altLang="en-US" sz="1400" b="0" i="0" u="none" strike="noStrike" cap="none" normalizeH="0" baseline="0" dirty="0" err="1">
                <a:ln>
                  <a:noFill/>
                </a:ln>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br.branch_name</a:t>
            </a:r>
            <a:r>
              <a:rPr kumimoji="0" lang="en-US" altLang="en-US" sz="1400" b="0" i="0" u="none" strike="noStrike" cap="none" normalizeH="0" baseline="0" dirty="0">
                <a:ln>
                  <a:noFill/>
                </a:ln>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           avg(</a:t>
            </a:r>
            <a:r>
              <a:rPr kumimoji="0" lang="en-US" altLang="en-US" sz="1400" b="0" i="0" u="none" strike="noStrike" cap="none" normalizeH="0" baseline="0" dirty="0" err="1">
                <a:ln>
                  <a:noFill/>
                </a:ln>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a.balance</a:t>
            </a:r>
            <a:r>
              <a:rPr kumimoji="0" lang="en-US" altLang="en-US" sz="1400" b="0" i="0" u="none" strike="noStrike" cap="none" normalizeH="0" baseline="0" dirty="0">
                <a:ln>
                  <a:noFill/>
                </a:ln>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 as </a:t>
            </a:r>
            <a:r>
              <a:rPr kumimoji="0" lang="en-US" altLang="en-US" sz="1400" b="0" i="0" u="none" strike="noStrike" cap="none" normalizeH="0" baseline="0" dirty="0" err="1">
                <a:ln>
                  <a:noFill/>
                </a:ln>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average_balance</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      from branch </a:t>
            </a:r>
            <a:r>
              <a:rPr kumimoji="0" lang="en-US" altLang="en-US" sz="1400" b="0" i="0" u="none" strike="noStrike" cap="none" normalizeH="0" baseline="0" dirty="0" err="1">
                <a:ln>
                  <a:noFill/>
                </a:ln>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br</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           join account a</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      on </a:t>
            </a:r>
            <a:r>
              <a:rPr kumimoji="0" lang="en-US" altLang="en-US" sz="1400" b="0" i="0" u="none" strike="noStrike" cap="none" normalizeH="0" baseline="0" dirty="0" err="1">
                <a:ln>
                  <a:noFill/>
                </a:ln>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br.branch_id</a:t>
            </a:r>
            <a:r>
              <a:rPr kumimoji="0" lang="en-US" altLang="en-US" sz="1400" b="0" i="0" u="none" strike="noStrike" cap="none" normalizeH="0" baseline="0" dirty="0">
                <a:ln>
                  <a:noFill/>
                </a:ln>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 = </a:t>
            </a:r>
            <a:r>
              <a:rPr kumimoji="0" lang="en-US" altLang="en-US" sz="1400" b="0" i="0" u="none" strike="noStrike" cap="none" normalizeH="0" baseline="0" dirty="0" err="1">
                <a:ln>
                  <a:noFill/>
                </a:ln>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a.branch_id</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      group by </a:t>
            </a:r>
            <a:r>
              <a:rPr kumimoji="0" lang="en-US" altLang="en-US" sz="1400" b="0" i="0" u="none" strike="noStrike" cap="none" normalizeH="0" baseline="0" dirty="0" err="1">
                <a:ln>
                  <a:noFill/>
                </a:ln>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br.branch_id</a:t>
            </a:r>
            <a:r>
              <a:rPr kumimoji="0" lang="en-US" altLang="en-US" sz="1400" b="0" i="0" u="none" strike="noStrike" cap="none" normalizeH="0" baseline="0" dirty="0">
                <a:ln>
                  <a:noFill/>
                </a:ln>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 </a:t>
            </a:r>
            <a:r>
              <a:rPr kumimoji="0" lang="en-US" altLang="en-US" sz="1400" b="0" i="0" u="none" strike="noStrike" cap="none" normalizeH="0" baseline="0" dirty="0" err="1">
                <a:ln>
                  <a:noFill/>
                </a:ln>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br.branch_name</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      having avg(</a:t>
            </a:r>
            <a:r>
              <a:rPr kumimoji="0" lang="en-US" altLang="en-US" sz="1400" b="0" i="0" u="none" strike="noStrike" cap="none" normalizeH="0" baseline="0" dirty="0" err="1">
                <a:ln>
                  <a:noFill/>
                </a:ln>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a.balance</a:t>
            </a:r>
            <a:r>
              <a:rPr kumimoji="0" lang="en-US" altLang="en-US" sz="1400" b="0" i="0" u="none" strike="noStrike" cap="none" normalizeH="0" baseline="0" dirty="0">
                <a:ln>
                  <a:noFill/>
                </a:ln>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 &gt; 50000;</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028" name="Picture 12">
            <a:extLst>
              <a:ext uri="{FF2B5EF4-FFF2-40B4-BE49-F238E27FC236}">
                <a16:creationId xmlns:a16="http://schemas.microsoft.com/office/drawing/2014/main" id="{9DE8A226-320F-EDF2-57D9-994F4E5E063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73051" y="3615188"/>
            <a:ext cx="4270698" cy="2283227"/>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6">
            <a:extLst>
              <a:ext uri="{FF2B5EF4-FFF2-40B4-BE49-F238E27FC236}">
                <a16:creationId xmlns:a16="http://schemas.microsoft.com/office/drawing/2014/main" id="{A66F645A-B14E-2767-781B-7F0E961C47B4}"/>
              </a:ext>
            </a:extLst>
          </p:cNvPr>
          <p:cNvSpPr>
            <a:spLocks noChangeArrowheads="1"/>
          </p:cNvSpPr>
          <p:nvPr/>
        </p:nvSpPr>
        <p:spPr bwMode="auto">
          <a:xfrm flipV="1">
            <a:off x="6953459" y="6360777"/>
            <a:ext cx="5238541"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Tree>
    <p:extLst>
      <p:ext uri="{BB962C8B-B14F-4D97-AF65-F5344CB8AC3E}">
        <p14:creationId xmlns:p14="http://schemas.microsoft.com/office/powerpoint/2010/main" val="16070467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1D3615B5-5C7C-5506-826A-AD8594A8F541}"/>
              </a:ext>
            </a:extLst>
          </p:cNvPr>
          <p:cNvSpPr txBox="1"/>
          <p:nvPr/>
        </p:nvSpPr>
        <p:spPr>
          <a:xfrm>
            <a:off x="521112" y="993059"/>
            <a:ext cx="3165985" cy="615553"/>
          </a:xfrm>
          <a:prstGeom prst="rect">
            <a:avLst/>
          </a:prstGeom>
          <a:noFill/>
        </p:spPr>
        <p:txBody>
          <a:bodyPr wrap="square">
            <a:spAutoFit/>
          </a:bodyPr>
          <a:lstStyle/>
          <a:p>
            <a:r>
              <a:rPr lang="en-IN" dirty="0">
                <a:solidFill>
                  <a:schemeClr val="accent6"/>
                </a:solidFill>
              </a:rPr>
              <a:t>Query 14 </a:t>
            </a:r>
            <a:r>
              <a:rPr lang="en-IN" dirty="0"/>
              <a:t>:</a:t>
            </a:r>
            <a:r>
              <a:rPr lang="en-IN" sz="1600" dirty="0"/>
              <a:t>Find the number of accounts in each branch</a:t>
            </a:r>
          </a:p>
        </p:txBody>
      </p:sp>
      <p:sp>
        <p:nvSpPr>
          <p:cNvPr id="13" name="TextBox 12">
            <a:extLst>
              <a:ext uri="{FF2B5EF4-FFF2-40B4-BE49-F238E27FC236}">
                <a16:creationId xmlns:a16="http://schemas.microsoft.com/office/drawing/2014/main" id="{8EFA886F-037C-42D8-1A01-13808925407C}"/>
              </a:ext>
            </a:extLst>
          </p:cNvPr>
          <p:cNvSpPr txBox="1"/>
          <p:nvPr/>
        </p:nvSpPr>
        <p:spPr>
          <a:xfrm>
            <a:off x="521112" y="1956583"/>
            <a:ext cx="3411795" cy="1569660"/>
          </a:xfrm>
          <a:prstGeom prst="rect">
            <a:avLst/>
          </a:prstGeom>
          <a:noFill/>
        </p:spPr>
        <p:txBody>
          <a:bodyPr wrap="square" rtlCol="0">
            <a:spAutoFit/>
          </a:bodyPr>
          <a:lstStyle/>
          <a:p>
            <a:pPr marL="285750" indent="-285750">
              <a:buFont typeface="Arial" panose="020B0604020202020204" pitchFamily="34" charset="0"/>
              <a:buChar char="•"/>
            </a:pPr>
            <a:r>
              <a:rPr lang="en-US" sz="1600" dirty="0"/>
              <a:t>select </a:t>
            </a:r>
            <a:r>
              <a:rPr lang="en-US" sz="1600" dirty="0" err="1"/>
              <a:t>br.branch_name</a:t>
            </a:r>
            <a:r>
              <a:rPr lang="en-US" sz="1600" dirty="0"/>
              <a:t>, count(</a:t>
            </a:r>
            <a:r>
              <a:rPr lang="en-US" sz="1600" dirty="0" err="1"/>
              <a:t>a.account_id</a:t>
            </a:r>
            <a:r>
              <a:rPr lang="en-US" sz="1600" dirty="0"/>
              <a:t>) as </a:t>
            </a:r>
            <a:r>
              <a:rPr lang="en-US" sz="1600" dirty="0" err="1"/>
              <a:t>account_count</a:t>
            </a:r>
            <a:r>
              <a:rPr lang="en-US" sz="1600" dirty="0"/>
              <a:t> from branch </a:t>
            </a:r>
            <a:r>
              <a:rPr lang="en-US" sz="1600" dirty="0" err="1"/>
              <a:t>br</a:t>
            </a:r>
            <a:r>
              <a:rPr lang="en-US" sz="1600" dirty="0"/>
              <a:t>, account a where </a:t>
            </a:r>
            <a:r>
              <a:rPr lang="en-US" sz="1600" dirty="0" err="1"/>
              <a:t>br.branch_id</a:t>
            </a:r>
            <a:r>
              <a:rPr lang="en-US" sz="1600" dirty="0"/>
              <a:t> = </a:t>
            </a:r>
            <a:r>
              <a:rPr lang="en-US" sz="1600" dirty="0" err="1"/>
              <a:t>a.branch_idgroup</a:t>
            </a:r>
            <a:r>
              <a:rPr lang="en-US" sz="1600" dirty="0"/>
              <a:t> by </a:t>
            </a:r>
            <a:r>
              <a:rPr lang="en-US" sz="1600" dirty="0" err="1"/>
              <a:t>br.branch_name</a:t>
            </a:r>
            <a:r>
              <a:rPr lang="en-US" sz="1600" dirty="0"/>
              <a:t>;</a:t>
            </a:r>
            <a:endParaRPr lang="en-IN" sz="1600" dirty="0"/>
          </a:p>
        </p:txBody>
      </p:sp>
      <p:pic>
        <p:nvPicPr>
          <p:cNvPr id="15" name="Picture 14">
            <a:extLst>
              <a:ext uri="{FF2B5EF4-FFF2-40B4-BE49-F238E27FC236}">
                <a16:creationId xmlns:a16="http://schemas.microsoft.com/office/drawing/2014/main" id="{2F2A3FE4-2F02-EAB3-4885-C25974E6B44E}"/>
              </a:ext>
            </a:extLst>
          </p:cNvPr>
          <p:cNvPicPr>
            <a:picLocks noChangeAspect="1"/>
          </p:cNvPicPr>
          <p:nvPr/>
        </p:nvPicPr>
        <p:blipFill>
          <a:blip r:embed="rId2"/>
          <a:stretch>
            <a:fillRect/>
          </a:stretch>
        </p:blipFill>
        <p:spPr>
          <a:xfrm>
            <a:off x="688109" y="3613772"/>
            <a:ext cx="3244798" cy="2929330"/>
          </a:xfrm>
          <a:prstGeom prst="rect">
            <a:avLst/>
          </a:prstGeom>
        </p:spPr>
      </p:pic>
      <p:sp>
        <p:nvSpPr>
          <p:cNvPr id="16" name="TextBox 15">
            <a:extLst>
              <a:ext uri="{FF2B5EF4-FFF2-40B4-BE49-F238E27FC236}">
                <a16:creationId xmlns:a16="http://schemas.microsoft.com/office/drawing/2014/main" id="{BA7A36D5-569E-0586-400A-EA45F91E92F7}"/>
              </a:ext>
            </a:extLst>
          </p:cNvPr>
          <p:cNvSpPr txBox="1"/>
          <p:nvPr/>
        </p:nvSpPr>
        <p:spPr>
          <a:xfrm>
            <a:off x="6690701" y="993059"/>
            <a:ext cx="3810000" cy="861774"/>
          </a:xfrm>
          <a:prstGeom prst="rect">
            <a:avLst/>
          </a:prstGeom>
          <a:noFill/>
        </p:spPr>
        <p:txBody>
          <a:bodyPr wrap="square" rtlCol="0">
            <a:spAutoFit/>
          </a:bodyPr>
          <a:lstStyle/>
          <a:p>
            <a:r>
              <a:rPr lang="en-US" dirty="0">
                <a:solidFill>
                  <a:schemeClr val="accent6"/>
                </a:solidFill>
              </a:rPr>
              <a:t>Query 15: </a:t>
            </a:r>
            <a:r>
              <a:rPr lang="en-US" sz="1600" dirty="0"/>
              <a:t>Find loan types whose average loan amount is greater than 300000</a:t>
            </a:r>
            <a:endParaRPr lang="en-IN" sz="1600" dirty="0"/>
          </a:p>
        </p:txBody>
      </p:sp>
      <p:sp>
        <p:nvSpPr>
          <p:cNvPr id="18" name="TextBox 17">
            <a:extLst>
              <a:ext uri="{FF2B5EF4-FFF2-40B4-BE49-F238E27FC236}">
                <a16:creationId xmlns:a16="http://schemas.microsoft.com/office/drawing/2014/main" id="{BFCCFCE1-EA9E-6703-D95B-69D3CE1BBCC6}"/>
              </a:ext>
            </a:extLst>
          </p:cNvPr>
          <p:cNvSpPr txBox="1"/>
          <p:nvPr/>
        </p:nvSpPr>
        <p:spPr>
          <a:xfrm>
            <a:off x="6690701" y="2110471"/>
            <a:ext cx="3529779" cy="1323439"/>
          </a:xfrm>
          <a:prstGeom prst="rect">
            <a:avLst/>
          </a:prstGeom>
          <a:noFill/>
        </p:spPr>
        <p:txBody>
          <a:bodyPr wrap="square">
            <a:spAutoFit/>
          </a:bodyPr>
          <a:lstStyle/>
          <a:p>
            <a:pPr marL="285750" indent="-285750">
              <a:buFont typeface="Arial" panose="020B0604020202020204" pitchFamily="34" charset="0"/>
              <a:buChar char="•"/>
            </a:pPr>
            <a:r>
              <a:rPr lang="en-IN" sz="1600" dirty="0"/>
              <a:t>select </a:t>
            </a:r>
            <a:r>
              <a:rPr lang="en-IN" sz="1600" dirty="0" err="1"/>
              <a:t>loan_type</a:t>
            </a:r>
            <a:r>
              <a:rPr lang="en-IN" sz="1600" dirty="0"/>
              <a:t>, </a:t>
            </a:r>
            <a:r>
              <a:rPr lang="en-IN" sz="1600" dirty="0" err="1"/>
              <a:t>avg</a:t>
            </a:r>
            <a:r>
              <a:rPr lang="en-IN" sz="1600" dirty="0"/>
              <a:t>(</a:t>
            </a:r>
            <a:r>
              <a:rPr lang="en-IN" sz="1600" dirty="0" err="1"/>
              <a:t>loan_amount</a:t>
            </a:r>
            <a:r>
              <a:rPr lang="en-IN" sz="1600" dirty="0"/>
              <a:t>) as </a:t>
            </a:r>
            <a:r>
              <a:rPr lang="en-IN" sz="1600" dirty="0" err="1"/>
              <a:t>average_loan_amount</a:t>
            </a:r>
            <a:r>
              <a:rPr lang="en-IN" sz="1600" dirty="0"/>
              <a:t> from </a:t>
            </a:r>
            <a:r>
              <a:rPr lang="en-IN" sz="1600" dirty="0" err="1"/>
              <a:t>loangroup</a:t>
            </a:r>
            <a:r>
              <a:rPr lang="en-IN" sz="1600" dirty="0"/>
              <a:t> by </a:t>
            </a:r>
            <a:r>
              <a:rPr lang="en-IN" sz="1600" dirty="0" err="1"/>
              <a:t>loan_typehaving</a:t>
            </a:r>
            <a:r>
              <a:rPr lang="en-IN" sz="1600" dirty="0"/>
              <a:t> </a:t>
            </a:r>
            <a:r>
              <a:rPr lang="en-IN" sz="1600" dirty="0" err="1"/>
              <a:t>avg</a:t>
            </a:r>
            <a:r>
              <a:rPr lang="en-IN" sz="1600" dirty="0"/>
              <a:t>(</a:t>
            </a:r>
            <a:r>
              <a:rPr lang="en-IN" sz="1600" dirty="0" err="1"/>
              <a:t>loan_amount</a:t>
            </a:r>
            <a:r>
              <a:rPr lang="en-IN" sz="1600" dirty="0"/>
              <a:t>) &gt; 300000;</a:t>
            </a:r>
          </a:p>
        </p:txBody>
      </p:sp>
      <p:pic>
        <p:nvPicPr>
          <p:cNvPr id="20" name="Picture 19">
            <a:extLst>
              <a:ext uri="{FF2B5EF4-FFF2-40B4-BE49-F238E27FC236}">
                <a16:creationId xmlns:a16="http://schemas.microsoft.com/office/drawing/2014/main" id="{CD674CB9-74C5-1787-21FB-1A2C2A145B38}"/>
              </a:ext>
            </a:extLst>
          </p:cNvPr>
          <p:cNvPicPr>
            <a:picLocks noChangeAspect="1"/>
          </p:cNvPicPr>
          <p:nvPr/>
        </p:nvPicPr>
        <p:blipFill>
          <a:blip r:embed="rId3"/>
          <a:stretch>
            <a:fillRect/>
          </a:stretch>
        </p:blipFill>
        <p:spPr>
          <a:xfrm>
            <a:off x="6710515" y="3613772"/>
            <a:ext cx="3097159" cy="1961118"/>
          </a:xfrm>
          <a:prstGeom prst="rect">
            <a:avLst/>
          </a:prstGeom>
        </p:spPr>
      </p:pic>
    </p:spTree>
    <p:extLst>
      <p:ext uri="{BB962C8B-B14F-4D97-AF65-F5344CB8AC3E}">
        <p14:creationId xmlns:p14="http://schemas.microsoft.com/office/powerpoint/2010/main" val="5846876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1" name="TextBox 1">
            <a:extLst>
              <a:ext uri="{FF2B5EF4-FFF2-40B4-BE49-F238E27FC236}">
                <a16:creationId xmlns:a16="http://schemas.microsoft.com/office/drawing/2014/main" id="{67BC1504-F81D-EC0C-74E3-96A22EC921A8}"/>
              </a:ext>
            </a:extLst>
          </p:cNvPr>
          <p:cNvSpPr txBox="1"/>
          <p:nvPr/>
        </p:nvSpPr>
        <p:spPr>
          <a:xfrm>
            <a:off x="426720" y="196596"/>
            <a:ext cx="10515600" cy="594360"/>
          </a:xfrm>
          <a:prstGeom prst="rect">
            <a:avLst/>
          </a:prstGeom>
          <a:noFill/>
        </p:spPr>
        <p:txBody>
          <a:bodyPr wrap="square"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spcAft>
                <a:spcPts val="600"/>
              </a:spcAft>
            </a:pPr>
            <a:r>
              <a:rPr sz="2800" b="1">
                <a:solidFill>
                  <a:srgbClr val="F5F2EB"/>
                </a:solidFill>
                <a:latin typeface="Aptos"/>
              </a:rPr>
              <a:t>First Normal Form (1NF)</a:t>
            </a:r>
          </a:p>
        </p:txBody>
      </p:sp>
      <p:sp>
        <p:nvSpPr>
          <p:cNvPr id="12" name="Rectangle 11">
            <a:extLst>
              <a:ext uri="{FF2B5EF4-FFF2-40B4-BE49-F238E27FC236}">
                <a16:creationId xmlns:a16="http://schemas.microsoft.com/office/drawing/2014/main" id="{4EA1DCAD-300C-CCE6-7988-C95BAC407D81}"/>
              </a:ext>
            </a:extLst>
          </p:cNvPr>
          <p:cNvSpPr/>
          <p:nvPr/>
        </p:nvSpPr>
        <p:spPr>
          <a:xfrm>
            <a:off x="728472" y="1019556"/>
            <a:ext cx="1097280" cy="50292"/>
          </a:xfrm>
          <a:prstGeom prst="rect">
            <a:avLst/>
          </a:prstGeom>
          <a:solidFill>
            <a:srgbClr val="C594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p>
        </p:txBody>
      </p:sp>
      <p:sp>
        <p:nvSpPr>
          <p:cNvPr id="13" name="TextBox 3">
            <a:extLst>
              <a:ext uri="{FF2B5EF4-FFF2-40B4-BE49-F238E27FC236}">
                <a16:creationId xmlns:a16="http://schemas.microsoft.com/office/drawing/2014/main" id="{596ED4F9-1E13-DD7D-C93C-C9F9A35A31D0}"/>
              </a:ext>
            </a:extLst>
          </p:cNvPr>
          <p:cNvSpPr txBox="1"/>
          <p:nvPr/>
        </p:nvSpPr>
        <p:spPr>
          <a:xfrm>
            <a:off x="728472" y="6387084"/>
            <a:ext cx="2743200" cy="274320"/>
          </a:xfrm>
          <a:prstGeom prst="rect">
            <a:avLst/>
          </a:prstGeom>
          <a:noFill/>
        </p:spPr>
        <p:txBody>
          <a:bodyPr wrap="square"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spcAft>
                <a:spcPts val="600"/>
              </a:spcAft>
            </a:pPr>
            <a:r>
              <a:rPr sz="900" b="1">
                <a:solidFill>
                  <a:srgbClr val="C59423"/>
                </a:solidFill>
                <a:latin typeface="Aptos"/>
              </a:rPr>
              <a:t>ADITYA UNIVERSITY</a:t>
            </a:r>
          </a:p>
        </p:txBody>
      </p:sp>
      <p:sp>
        <p:nvSpPr>
          <p:cNvPr id="14" name="TextBox 4">
            <a:extLst>
              <a:ext uri="{FF2B5EF4-FFF2-40B4-BE49-F238E27FC236}">
                <a16:creationId xmlns:a16="http://schemas.microsoft.com/office/drawing/2014/main" id="{DA0DB6A3-FE63-9DC4-4C96-644EF653072C}"/>
              </a:ext>
            </a:extLst>
          </p:cNvPr>
          <p:cNvSpPr txBox="1"/>
          <p:nvPr/>
        </p:nvSpPr>
        <p:spPr>
          <a:xfrm>
            <a:off x="11216640" y="6387084"/>
            <a:ext cx="457200" cy="274320"/>
          </a:xfrm>
          <a:prstGeom prst="rect">
            <a:avLst/>
          </a:prstGeom>
          <a:noFill/>
        </p:spPr>
        <p:txBody>
          <a:bodyPr wrap="square"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spcAft>
                <a:spcPts val="600"/>
              </a:spcAft>
            </a:pPr>
            <a:r>
              <a:rPr sz="900" b="0">
                <a:solidFill>
                  <a:srgbClr val="F5F2EB"/>
                </a:solidFill>
                <a:latin typeface="Aptos"/>
              </a:rPr>
              <a:t>16</a:t>
            </a:r>
          </a:p>
        </p:txBody>
      </p:sp>
      <p:sp>
        <p:nvSpPr>
          <p:cNvPr id="15" name="Rounded Rectangle 5">
            <a:extLst>
              <a:ext uri="{FF2B5EF4-FFF2-40B4-BE49-F238E27FC236}">
                <a16:creationId xmlns:a16="http://schemas.microsoft.com/office/drawing/2014/main" id="{7AEBA60B-4A03-BC0F-DE11-9A857C630419}"/>
              </a:ext>
            </a:extLst>
          </p:cNvPr>
          <p:cNvSpPr/>
          <p:nvPr/>
        </p:nvSpPr>
        <p:spPr>
          <a:xfrm>
            <a:off x="472440" y="1266444"/>
            <a:ext cx="11292840" cy="548640"/>
          </a:xfrm>
          <a:prstGeom prst="roundRect">
            <a:avLst>
              <a:gd name="adj" fmla="val 8000"/>
            </a:avLst>
          </a:prstGeom>
          <a:solidFill>
            <a:srgbClr val="1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p>
        </p:txBody>
      </p:sp>
      <p:sp>
        <p:nvSpPr>
          <p:cNvPr id="16" name="TextBox 6">
            <a:extLst>
              <a:ext uri="{FF2B5EF4-FFF2-40B4-BE49-F238E27FC236}">
                <a16:creationId xmlns:a16="http://schemas.microsoft.com/office/drawing/2014/main" id="{95C081E3-0A7F-5363-7D0C-1AC91141771A}"/>
              </a:ext>
            </a:extLst>
          </p:cNvPr>
          <p:cNvSpPr txBox="1"/>
          <p:nvPr/>
        </p:nvSpPr>
        <p:spPr>
          <a:xfrm>
            <a:off x="655320" y="1330452"/>
            <a:ext cx="10972800" cy="457200"/>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sz="1500" b="1">
                <a:solidFill>
                  <a:srgbClr val="C59423"/>
                </a:solidFill>
                <a:latin typeface="Aptos"/>
              </a:rPr>
              <a:t>1NF: every column holds a single atomic value – no repeating groups or multi-valued cells.</a:t>
            </a:r>
          </a:p>
        </p:txBody>
      </p:sp>
      <p:sp>
        <p:nvSpPr>
          <p:cNvPr id="17" name="TextBox 7">
            <a:extLst>
              <a:ext uri="{FF2B5EF4-FFF2-40B4-BE49-F238E27FC236}">
                <a16:creationId xmlns:a16="http://schemas.microsoft.com/office/drawing/2014/main" id="{94F84E7B-1419-4139-A27E-36A4624C178F}"/>
              </a:ext>
            </a:extLst>
          </p:cNvPr>
          <p:cNvSpPr txBox="1"/>
          <p:nvPr/>
        </p:nvSpPr>
        <p:spPr>
          <a:xfrm>
            <a:off x="472440" y="1952244"/>
            <a:ext cx="5486400" cy="365760"/>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sz="1300" b="1">
                <a:solidFill>
                  <a:srgbClr val="E07A5F"/>
                </a:solidFill>
                <a:latin typeface="Aptos"/>
              </a:rPr>
              <a:t>BEFORE (violates the rule)</a:t>
            </a:r>
          </a:p>
        </p:txBody>
      </p:sp>
      <p:sp>
        <p:nvSpPr>
          <p:cNvPr id="18" name="TextBox 8">
            <a:extLst>
              <a:ext uri="{FF2B5EF4-FFF2-40B4-BE49-F238E27FC236}">
                <a16:creationId xmlns:a16="http://schemas.microsoft.com/office/drawing/2014/main" id="{75404236-37E6-B544-A147-7578DDA1F064}"/>
              </a:ext>
            </a:extLst>
          </p:cNvPr>
          <p:cNvSpPr txBox="1"/>
          <p:nvPr/>
        </p:nvSpPr>
        <p:spPr>
          <a:xfrm>
            <a:off x="6278880" y="1952244"/>
            <a:ext cx="5486400" cy="365760"/>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sz="1300" b="1">
                <a:solidFill>
                  <a:srgbClr val="7FB77E"/>
                </a:solidFill>
                <a:latin typeface="Aptos"/>
              </a:rPr>
              <a:t>AFTER (rule satisfied)</a:t>
            </a:r>
          </a:p>
        </p:txBody>
      </p:sp>
      <p:sp>
        <p:nvSpPr>
          <p:cNvPr id="19" name="TextBox 9">
            <a:extLst>
              <a:ext uri="{FF2B5EF4-FFF2-40B4-BE49-F238E27FC236}">
                <a16:creationId xmlns:a16="http://schemas.microsoft.com/office/drawing/2014/main" id="{F8C6BE2D-DB59-ECD0-6F8B-03851599342E}"/>
              </a:ext>
            </a:extLst>
          </p:cNvPr>
          <p:cNvSpPr txBox="1"/>
          <p:nvPr/>
        </p:nvSpPr>
        <p:spPr>
          <a:xfrm>
            <a:off x="472440" y="2318004"/>
            <a:ext cx="5486400" cy="320040"/>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sz="1100" b="0">
                <a:solidFill>
                  <a:srgbClr val="CFCBC2"/>
                </a:solidFill>
                <a:latin typeface="Aptos"/>
              </a:rPr>
              <a:t>CUSTOMER (Phoneno stores many values in one cell)</a:t>
            </a:r>
          </a:p>
        </p:txBody>
      </p:sp>
      <p:pic>
        <p:nvPicPr>
          <p:cNvPr id="20" name="table">
            <a:extLst>
              <a:ext uri="{FF2B5EF4-FFF2-40B4-BE49-F238E27FC236}">
                <a16:creationId xmlns:a16="http://schemas.microsoft.com/office/drawing/2014/main" id="{4E19ED7A-4614-D5D6-6B50-1FF9D96F87AF}"/>
              </a:ext>
            </a:extLst>
          </p:cNvPr>
          <p:cNvPicPr>
            <a:picLocks noChangeAspect="1"/>
          </p:cNvPicPr>
          <p:nvPr/>
        </p:nvPicPr>
        <p:blipFill>
          <a:blip r:embed="rId2"/>
          <a:stretch>
            <a:fillRect/>
          </a:stretch>
        </p:blipFill>
        <p:spPr>
          <a:xfrm>
            <a:off x="472440" y="2638044"/>
            <a:ext cx="5486400" cy="1152144"/>
          </a:xfrm>
          <a:prstGeom prst="rect">
            <a:avLst/>
          </a:prstGeom>
        </p:spPr>
      </p:pic>
      <p:sp>
        <p:nvSpPr>
          <p:cNvPr id="21" name="TextBox 11">
            <a:extLst>
              <a:ext uri="{FF2B5EF4-FFF2-40B4-BE49-F238E27FC236}">
                <a16:creationId xmlns:a16="http://schemas.microsoft.com/office/drawing/2014/main" id="{0C9893E3-DD4F-01A3-B4AB-AB89C00FC511}"/>
              </a:ext>
            </a:extLst>
          </p:cNvPr>
          <p:cNvSpPr txBox="1"/>
          <p:nvPr/>
        </p:nvSpPr>
        <p:spPr>
          <a:xfrm>
            <a:off x="472440" y="3899916"/>
            <a:ext cx="5486400" cy="822960"/>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sz="1200" b="0">
                <a:solidFill>
                  <a:srgbClr val="F5F2EB"/>
                </a:solidFill>
                <a:latin typeface="Aptos"/>
              </a:rPr>
              <a:t>Problem: two phone numbers sit in one cell, so searching or updating a single number is hard.</a:t>
            </a:r>
          </a:p>
        </p:txBody>
      </p:sp>
      <p:sp>
        <p:nvSpPr>
          <p:cNvPr id="22" name="Rounded Rectangle 12">
            <a:extLst>
              <a:ext uri="{FF2B5EF4-FFF2-40B4-BE49-F238E27FC236}">
                <a16:creationId xmlns:a16="http://schemas.microsoft.com/office/drawing/2014/main" id="{EA127917-7C07-E89A-0C41-C4FE9B364A7D}"/>
              </a:ext>
            </a:extLst>
          </p:cNvPr>
          <p:cNvSpPr/>
          <p:nvPr/>
        </p:nvSpPr>
        <p:spPr>
          <a:xfrm>
            <a:off x="472440" y="5198364"/>
            <a:ext cx="5486400" cy="731520"/>
          </a:xfrm>
          <a:prstGeom prst="roundRect">
            <a:avLst>
              <a:gd name="adj" fmla="val 8000"/>
            </a:avLst>
          </a:prstGeom>
          <a:solidFill>
            <a:srgbClr val="2A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p>
        </p:txBody>
      </p:sp>
      <p:sp>
        <p:nvSpPr>
          <p:cNvPr id="23" name="TextBox 13">
            <a:extLst>
              <a:ext uri="{FF2B5EF4-FFF2-40B4-BE49-F238E27FC236}">
                <a16:creationId xmlns:a16="http://schemas.microsoft.com/office/drawing/2014/main" id="{ECDAD8F0-8024-8B6F-6DA1-6EFA86A2C00F}"/>
              </a:ext>
            </a:extLst>
          </p:cNvPr>
          <p:cNvSpPr txBox="1"/>
          <p:nvPr/>
        </p:nvSpPr>
        <p:spPr>
          <a:xfrm>
            <a:off x="655320" y="5289804"/>
            <a:ext cx="5120640" cy="640080"/>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sz="1300" b="1" dirty="0">
                <a:solidFill>
                  <a:srgbClr val="F5F2EB"/>
                </a:solidFill>
                <a:latin typeface="Aptos"/>
              </a:rPr>
              <a:t>Result: multi-valued </a:t>
            </a:r>
            <a:r>
              <a:rPr sz="1300" b="1" dirty="0" err="1">
                <a:solidFill>
                  <a:srgbClr val="F5F2EB"/>
                </a:solidFill>
                <a:latin typeface="Aptos"/>
              </a:rPr>
              <a:t>Phoneno</a:t>
            </a:r>
            <a:r>
              <a:rPr sz="1300" b="1" dirty="0">
                <a:solidFill>
                  <a:srgbClr val="F5F2EB"/>
                </a:solidFill>
                <a:latin typeface="Aptos"/>
              </a:rPr>
              <a:t> moved to its own table – 1NF.</a:t>
            </a:r>
          </a:p>
        </p:txBody>
      </p:sp>
      <p:sp>
        <p:nvSpPr>
          <p:cNvPr id="24" name="TextBox 14">
            <a:extLst>
              <a:ext uri="{FF2B5EF4-FFF2-40B4-BE49-F238E27FC236}">
                <a16:creationId xmlns:a16="http://schemas.microsoft.com/office/drawing/2014/main" id="{F9582708-D6E4-21D2-4B63-4EEC3006976F}"/>
              </a:ext>
            </a:extLst>
          </p:cNvPr>
          <p:cNvSpPr txBox="1"/>
          <p:nvPr/>
        </p:nvSpPr>
        <p:spPr>
          <a:xfrm>
            <a:off x="6278880" y="2318004"/>
            <a:ext cx="5486400" cy="320040"/>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sz="1100" b="0">
                <a:solidFill>
                  <a:srgbClr val="CFCBC2"/>
                </a:solidFill>
                <a:latin typeface="Aptos"/>
              </a:rPr>
              <a:t>CUSTOMER (Name split into atomic columns)</a:t>
            </a:r>
          </a:p>
        </p:txBody>
      </p:sp>
      <p:pic>
        <p:nvPicPr>
          <p:cNvPr id="25" name="table">
            <a:extLst>
              <a:ext uri="{FF2B5EF4-FFF2-40B4-BE49-F238E27FC236}">
                <a16:creationId xmlns:a16="http://schemas.microsoft.com/office/drawing/2014/main" id="{B5209411-E756-C530-5790-C81357E0EAE6}"/>
              </a:ext>
            </a:extLst>
          </p:cNvPr>
          <p:cNvPicPr>
            <a:picLocks noChangeAspect="1"/>
          </p:cNvPicPr>
          <p:nvPr/>
        </p:nvPicPr>
        <p:blipFill>
          <a:blip r:embed="rId3"/>
          <a:stretch>
            <a:fillRect/>
          </a:stretch>
        </p:blipFill>
        <p:spPr>
          <a:xfrm>
            <a:off x="6278880" y="2638044"/>
            <a:ext cx="5486400" cy="1152144"/>
          </a:xfrm>
          <a:prstGeom prst="rect">
            <a:avLst/>
          </a:prstGeom>
        </p:spPr>
      </p:pic>
      <p:sp>
        <p:nvSpPr>
          <p:cNvPr id="26" name="TextBox 16">
            <a:extLst>
              <a:ext uri="{FF2B5EF4-FFF2-40B4-BE49-F238E27FC236}">
                <a16:creationId xmlns:a16="http://schemas.microsoft.com/office/drawing/2014/main" id="{5F05B490-61E1-B718-7568-36298D1376F2}"/>
              </a:ext>
            </a:extLst>
          </p:cNvPr>
          <p:cNvSpPr txBox="1"/>
          <p:nvPr/>
        </p:nvSpPr>
        <p:spPr>
          <a:xfrm>
            <a:off x="6278880" y="3973068"/>
            <a:ext cx="5486400" cy="320040"/>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sz="1100" b="0">
                <a:solidFill>
                  <a:srgbClr val="CFCBC2"/>
                </a:solidFill>
                <a:latin typeface="Aptos"/>
              </a:rPr>
              <a:t>CUSTOMER_PHONE (one number per row)</a:t>
            </a:r>
          </a:p>
        </p:txBody>
      </p:sp>
      <p:pic>
        <p:nvPicPr>
          <p:cNvPr id="27" name="table">
            <a:extLst>
              <a:ext uri="{FF2B5EF4-FFF2-40B4-BE49-F238E27FC236}">
                <a16:creationId xmlns:a16="http://schemas.microsoft.com/office/drawing/2014/main" id="{257180DE-1AE9-AA77-1078-8CAF72E2C337}"/>
              </a:ext>
            </a:extLst>
          </p:cNvPr>
          <p:cNvPicPr>
            <a:picLocks noChangeAspect="1"/>
          </p:cNvPicPr>
          <p:nvPr/>
        </p:nvPicPr>
        <p:blipFill>
          <a:blip r:embed="rId4"/>
          <a:stretch>
            <a:fillRect/>
          </a:stretch>
        </p:blipFill>
        <p:spPr>
          <a:xfrm>
            <a:off x="6278880" y="4293108"/>
            <a:ext cx="5486400" cy="1536192"/>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1" name="TextBox 1">
            <a:extLst>
              <a:ext uri="{FF2B5EF4-FFF2-40B4-BE49-F238E27FC236}">
                <a16:creationId xmlns:a16="http://schemas.microsoft.com/office/drawing/2014/main" id="{1383E9EA-F5F8-B393-159E-6FF7972D3F26}"/>
              </a:ext>
            </a:extLst>
          </p:cNvPr>
          <p:cNvSpPr txBox="1"/>
          <p:nvPr/>
        </p:nvSpPr>
        <p:spPr>
          <a:xfrm>
            <a:off x="426720" y="196596"/>
            <a:ext cx="10515600" cy="594360"/>
          </a:xfrm>
          <a:prstGeom prst="rect">
            <a:avLst/>
          </a:prstGeom>
          <a:noFill/>
        </p:spPr>
        <p:txBody>
          <a:bodyPr wrap="square"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spcAft>
                <a:spcPts val="600"/>
              </a:spcAft>
            </a:pPr>
            <a:r>
              <a:rPr sz="2800" b="1">
                <a:solidFill>
                  <a:srgbClr val="F5F2EB"/>
                </a:solidFill>
                <a:latin typeface="Aptos"/>
              </a:rPr>
              <a:t>Second Normal Form (2NF)</a:t>
            </a:r>
          </a:p>
        </p:txBody>
      </p:sp>
      <p:sp>
        <p:nvSpPr>
          <p:cNvPr id="12" name="Rectangle 11">
            <a:extLst>
              <a:ext uri="{FF2B5EF4-FFF2-40B4-BE49-F238E27FC236}">
                <a16:creationId xmlns:a16="http://schemas.microsoft.com/office/drawing/2014/main" id="{376C5090-7F03-16BB-450A-62D0B1D44370}"/>
              </a:ext>
            </a:extLst>
          </p:cNvPr>
          <p:cNvSpPr/>
          <p:nvPr/>
        </p:nvSpPr>
        <p:spPr>
          <a:xfrm>
            <a:off x="728472" y="1019556"/>
            <a:ext cx="1097280" cy="50292"/>
          </a:xfrm>
          <a:prstGeom prst="rect">
            <a:avLst/>
          </a:prstGeom>
          <a:solidFill>
            <a:srgbClr val="C594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p>
        </p:txBody>
      </p:sp>
      <p:sp>
        <p:nvSpPr>
          <p:cNvPr id="13" name="TextBox 3">
            <a:extLst>
              <a:ext uri="{FF2B5EF4-FFF2-40B4-BE49-F238E27FC236}">
                <a16:creationId xmlns:a16="http://schemas.microsoft.com/office/drawing/2014/main" id="{508A915E-640A-5A15-DD18-AECA4674599A}"/>
              </a:ext>
            </a:extLst>
          </p:cNvPr>
          <p:cNvSpPr txBox="1"/>
          <p:nvPr/>
        </p:nvSpPr>
        <p:spPr>
          <a:xfrm>
            <a:off x="728472" y="6387084"/>
            <a:ext cx="2743200" cy="274320"/>
          </a:xfrm>
          <a:prstGeom prst="rect">
            <a:avLst/>
          </a:prstGeom>
          <a:noFill/>
        </p:spPr>
        <p:txBody>
          <a:bodyPr wrap="square"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spcAft>
                <a:spcPts val="600"/>
              </a:spcAft>
            </a:pPr>
            <a:r>
              <a:rPr sz="900" b="1">
                <a:solidFill>
                  <a:srgbClr val="C59423"/>
                </a:solidFill>
                <a:latin typeface="Aptos"/>
              </a:rPr>
              <a:t>ADITYA UNIVERSITY</a:t>
            </a:r>
          </a:p>
        </p:txBody>
      </p:sp>
      <p:sp>
        <p:nvSpPr>
          <p:cNvPr id="14" name="TextBox 4">
            <a:extLst>
              <a:ext uri="{FF2B5EF4-FFF2-40B4-BE49-F238E27FC236}">
                <a16:creationId xmlns:a16="http://schemas.microsoft.com/office/drawing/2014/main" id="{2615EC90-3367-6DA5-54F8-F6815C27B2AA}"/>
              </a:ext>
            </a:extLst>
          </p:cNvPr>
          <p:cNvSpPr txBox="1"/>
          <p:nvPr/>
        </p:nvSpPr>
        <p:spPr>
          <a:xfrm>
            <a:off x="11216640" y="6387084"/>
            <a:ext cx="457200" cy="274320"/>
          </a:xfrm>
          <a:prstGeom prst="rect">
            <a:avLst/>
          </a:prstGeom>
          <a:noFill/>
        </p:spPr>
        <p:txBody>
          <a:bodyPr wrap="square"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spcAft>
                <a:spcPts val="600"/>
              </a:spcAft>
            </a:pPr>
            <a:r>
              <a:rPr sz="900" b="0">
                <a:solidFill>
                  <a:srgbClr val="F5F2EB"/>
                </a:solidFill>
                <a:latin typeface="Aptos"/>
              </a:rPr>
              <a:t>17</a:t>
            </a:r>
          </a:p>
        </p:txBody>
      </p:sp>
      <p:sp>
        <p:nvSpPr>
          <p:cNvPr id="15" name="Rounded Rectangle 5">
            <a:extLst>
              <a:ext uri="{FF2B5EF4-FFF2-40B4-BE49-F238E27FC236}">
                <a16:creationId xmlns:a16="http://schemas.microsoft.com/office/drawing/2014/main" id="{517DE265-CDF9-8B4E-C82D-EC60A8805DC5}"/>
              </a:ext>
            </a:extLst>
          </p:cNvPr>
          <p:cNvSpPr/>
          <p:nvPr/>
        </p:nvSpPr>
        <p:spPr>
          <a:xfrm>
            <a:off x="472440" y="1266444"/>
            <a:ext cx="11292840" cy="548640"/>
          </a:xfrm>
          <a:prstGeom prst="roundRect">
            <a:avLst>
              <a:gd name="adj" fmla="val 8000"/>
            </a:avLst>
          </a:prstGeom>
          <a:solidFill>
            <a:srgbClr val="1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p>
        </p:txBody>
      </p:sp>
      <p:sp>
        <p:nvSpPr>
          <p:cNvPr id="16" name="TextBox 6">
            <a:extLst>
              <a:ext uri="{FF2B5EF4-FFF2-40B4-BE49-F238E27FC236}">
                <a16:creationId xmlns:a16="http://schemas.microsoft.com/office/drawing/2014/main" id="{F4A4A19F-D63B-3FB7-8E29-F37C666D4033}"/>
              </a:ext>
            </a:extLst>
          </p:cNvPr>
          <p:cNvSpPr txBox="1"/>
          <p:nvPr/>
        </p:nvSpPr>
        <p:spPr>
          <a:xfrm>
            <a:off x="655320" y="1330452"/>
            <a:ext cx="10972800" cy="457200"/>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sz="1500" b="1">
                <a:solidFill>
                  <a:srgbClr val="C59423"/>
                </a:solidFill>
                <a:latin typeface="Aptos"/>
              </a:rPr>
              <a:t>2NF: 1NF + no partial dependency – every non-key attribute depends on the whole composite key.</a:t>
            </a:r>
          </a:p>
        </p:txBody>
      </p:sp>
      <p:sp>
        <p:nvSpPr>
          <p:cNvPr id="17" name="TextBox 7">
            <a:extLst>
              <a:ext uri="{FF2B5EF4-FFF2-40B4-BE49-F238E27FC236}">
                <a16:creationId xmlns:a16="http://schemas.microsoft.com/office/drawing/2014/main" id="{F7367E49-FB54-ED5B-D144-CE08BC5A8184}"/>
              </a:ext>
            </a:extLst>
          </p:cNvPr>
          <p:cNvSpPr txBox="1"/>
          <p:nvPr/>
        </p:nvSpPr>
        <p:spPr>
          <a:xfrm>
            <a:off x="472440" y="1952244"/>
            <a:ext cx="5486400" cy="365760"/>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sz="1300" b="1">
                <a:solidFill>
                  <a:srgbClr val="E07A5F"/>
                </a:solidFill>
                <a:latin typeface="Aptos"/>
              </a:rPr>
              <a:t>BEFORE (violates the rule)</a:t>
            </a:r>
          </a:p>
        </p:txBody>
      </p:sp>
      <p:sp>
        <p:nvSpPr>
          <p:cNvPr id="18" name="TextBox 8">
            <a:extLst>
              <a:ext uri="{FF2B5EF4-FFF2-40B4-BE49-F238E27FC236}">
                <a16:creationId xmlns:a16="http://schemas.microsoft.com/office/drawing/2014/main" id="{57A91820-37B7-590F-E6C8-A9E6107E25AA}"/>
              </a:ext>
            </a:extLst>
          </p:cNvPr>
          <p:cNvSpPr txBox="1"/>
          <p:nvPr/>
        </p:nvSpPr>
        <p:spPr>
          <a:xfrm>
            <a:off x="6278880" y="1952244"/>
            <a:ext cx="5486400" cy="365760"/>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sz="1300" b="1">
                <a:solidFill>
                  <a:srgbClr val="7FB77E"/>
                </a:solidFill>
                <a:latin typeface="Aptos"/>
              </a:rPr>
              <a:t>AFTER (rule satisfied)</a:t>
            </a:r>
          </a:p>
        </p:txBody>
      </p:sp>
      <p:sp>
        <p:nvSpPr>
          <p:cNvPr id="19" name="TextBox 9">
            <a:extLst>
              <a:ext uri="{FF2B5EF4-FFF2-40B4-BE49-F238E27FC236}">
                <a16:creationId xmlns:a16="http://schemas.microsoft.com/office/drawing/2014/main" id="{016532D0-7685-8BA1-F298-BD7119B06AF6}"/>
              </a:ext>
            </a:extLst>
          </p:cNvPr>
          <p:cNvSpPr txBox="1"/>
          <p:nvPr/>
        </p:nvSpPr>
        <p:spPr>
          <a:xfrm>
            <a:off x="472440" y="2318004"/>
            <a:ext cx="5486400" cy="320040"/>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sz="1100" b="0">
                <a:solidFill>
                  <a:srgbClr val="CFCBC2"/>
                </a:solidFill>
                <a:latin typeface="Aptos"/>
              </a:rPr>
              <a:t>ACCOUNT_TXN   (PK: Account_ID + Transaction_ID)</a:t>
            </a:r>
          </a:p>
        </p:txBody>
      </p:sp>
      <p:pic>
        <p:nvPicPr>
          <p:cNvPr id="20" name="table">
            <a:extLst>
              <a:ext uri="{FF2B5EF4-FFF2-40B4-BE49-F238E27FC236}">
                <a16:creationId xmlns:a16="http://schemas.microsoft.com/office/drawing/2014/main" id="{69565E50-1AE1-233C-B501-2620DF2CE361}"/>
              </a:ext>
            </a:extLst>
          </p:cNvPr>
          <p:cNvPicPr>
            <a:picLocks noChangeAspect="1"/>
          </p:cNvPicPr>
          <p:nvPr/>
        </p:nvPicPr>
        <p:blipFill>
          <a:blip r:embed="rId2"/>
          <a:stretch>
            <a:fillRect/>
          </a:stretch>
        </p:blipFill>
        <p:spPr>
          <a:xfrm>
            <a:off x="472440" y="2638044"/>
            <a:ext cx="5486400" cy="1536192"/>
          </a:xfrm>
          <a:prstGeom prst="rect">
            <a:avLst/>
          </a:prstGeom>
        </p:spPr>
      </p:pic>
      <p:sp>
        <p:nvSpPr>
          <p:cNvPr id="21" name="TextBox 11">
            <a:extLst>
              <a:ext uri="{FF2B5EF4-FFF2-40B4-BE49-F238E27FC236}">
                <a16:creationId xmlns:a16="http://schemas.microsoft.com/office/drawing/2014/main" id="{4D3ED41D-9769-137B-FEA1-B07BDA9ED468}"/>
              </a:ext>
            </a:extLst>
          </p:cNvPr>
          <p:cNvSpPr txBox="1"/>
          <p:nvPr/>
        </p:nvSpPr>
        <p:spPr>
          <a:xfrm>
            <a:off x="472440" y="4283964"/>
            <a:ext cx="5486400" cy="822960"/>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sz="1200" b="0">
                <a:solidFill>
                  <a:srgbClr val="F5F2EB"/>
                </a:solidFill>
                <a:latin typeface="Aptos"/>
              </a:rPr>
              <a:t>Problem: Open_Date depends only on Account_ID (part of the key), so it repeats for every transaction of that account.</a:t>
            </a:r>
          </a:p>
        </p:txBody>
      </p:sp>
      <p:sp>
        <p:nvSpPr>
          <p:cNvPr id="22" name="Rounded Rectangle 12">
            <a:extLst>
              <a:ext uri="{FF2B5EF4-FFF2-40B4-BE49-F238E27FC236}">
                <a16:creationId xmlns:a16="http://schemas.microsoft.com/office/drawing/2014/main" id="{826D1635-0F4A-D83A-0981-C722D43B2A99}"/>
              </a:ext>
            </a:extLst>
          </p:cNvPr>
          <p:cNvSpPr/>
          <p:nvPr/>
        </p:nvSpPr>
        <p:spPr>
          <a:xfrm>
            <a:off x="472440" y="5198364"/>
            <a:ext cx="5486400" cy="731520"/>
          </a:xfrm>
          <a:prstGeom prst="roundRect">
            <a:avLst>
              <a:gd name="adj" fmla="val 8000"/>
            </a:avLst>
          </a:prstGeom>
          <a:solidFill>
            <a:srgbClr val="2A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p>
        </p:txBody>
      </p:sp>
      <p:sp>
        <p:nvSpPr>
          <p:cNvPr id="23" name="TextBox 13">
            <a:extLst>
              <a:ext uri="{FF2B5EF4-FFF2-40B4-BE49-F238E27FC236}">
                <a16:creationId xmlns:a16="http://schemas.microsoft.com/office/drawing/2014/main" id="{703F6653-67CF-B2C7-D996-F7D2F81B86E7}"/>
              </a:ext>
            </a:extLst>
          </p:cNvPr>
          <p:cNvSpPr txBox="1"/>
          <p:nvPr/>
        </p:nvSpPr>
        <p:spPr>
          <a:xfrm>
            <a:off x="655320" y="5289804"/>
            <a:ext cx="5120640" cy="640080"/>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sz="1300" b="1">
                <a:solidFill>
                  <a:srgbClr val="F5F2EB"/>
                </a:solidFill>
                <a:latin typeface="Aptos"/>
              </a:rPr>
              <a:t>Result: partial dependency removed – 2NF.</a:t>
            </a:r>
          </a:p>
        </p:txBody>
      </p:sp>
      <p:sp>
        <p:nvSpPr>
          <p:cNvPr id="24" name="TextBox 14">
            <a:extLst>
              <a:ext uri="{FF2B5EF4-FFF2-40B4-BE49-F238E27FC236}">
                <a16:creationId xmlns:a16="http://schemas.microsoft.com/office/drawing/2014/main" id="{934719D0-56DC-C3B8-AB41-44C8AE669848}"/>
              </a:ext>
            </a:extLst>
          </p:cNvPr>
          <p:cNvSpPr txBox="1"/>
          <p:nvPr/>
        </p:nvSpPr>
        <p:spPr>
          <a:xfrm>
            <a:off x="6278880" y="2318004"/>
            <a:ext cx="5486400" cy="320040"/>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sz="1100" b="0">
                <a:solidFill>
                  <a:srgbClr val="CFCBC2"/>
                </a:solidFill>
                <a:latin typeface="Aptos"/>
              </a:rPr>
              <a:t>ACCOUNT (Account_ID → Open_Date)</a:t>
            </a:r>
          </a:p>
        </p:txBody>
      </p:sp>
      <p:pic>
        <p:nvPicPr>
          <p:cNvPr id="25" name="table">
            <a:extLst>
              <a:ext uri="{FF2B5EF4-FFF2-40B4-BE49-F238E27FC236}">
                <a16:creationId xmlns:a16="http://schemas.microsoft.com/office/drawing/2014/main" id="{F813FA57-66C2-5197-C348-AE9923CC0A15}"/>
              </a:ext>
            </a:extLst>
          </p:cNvPr>
          <p:cNvPicPr>
            <a:picLocks noChangeAspect="1"/>
          </p:cNvPicPr>
          <p:nvPr/>
        </p:nvPicPr>
        <p:blipFill>
          <a:blip r:embed="rId3"/>
          <a:stretch>
            <a:fillRect/>
          </a:stretch>
        </p:blipFill>
        <p:spPr>
          <a:xfrm>
            <a:off x="6278880" y="2638044"/>
            <a:ext cx="5486400" cy="1152144"/>
          </a:xfrm>
          <a:prstGeom prst="rect">
            <a:avLst/>
          </a:prstGeom>
        </p:spPr>
      </p:pic>
      <p:sp>
        <p:nvSpPr>
          <p:cNvPr id="26" name="TextBox 16">
            <a:extLst>
              <a:ext uri="{FF2B5EF4-FFF2-40B4-BE49-F238E27FC236}">
                <a16:creationId xmlns:a16="http://schemas.microsoft.com/office/drawing/2014/main" id="{C6A0C076-1D1D-EFE8-86AC-4F5DC1C1CAE3}"/>
              </a:ext>
            </a:extLst>
          </p:cNvPr>
          <p:cNvSpPr txBox="1"/>
          <p:nvPr/>
        </p:nvSpPr>
        <p:spPr>
          <a:xfrm>
            <a:off x="6278880" y="3973068"/>
            <a:ext cx="5486400" cy="320040"/>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sz="1100" b="0">
                <a:solidFill>
                  <a:srgbClr val="CFCBC2"/>
                </a:solidFill>
                <a:latin typeface="Aptos"/>
              </a:rPr>
              <a:t>TRANSACTION (Transaction_ID → Account_ID, Amount)</a:t>
            </a:r>
          </a:p>
        </p:txBody>
      </p:sp>
      <p:pic>
        <p:nvPicPr>
          <p:cNvPr id="27" name="table">
            <a:extLst>
              <a:ext uri="{FF2B5EF4-FFF2-40B4-BE49-F238E27FC236}">
                <a16:creationId xmlns:a16="http://schemas.microsoft.com/office/drawing/2014/main" id="{0C8C96E4-AC19-3BDA-D0E0-B05AB753BA3A}"/>
              </a:ext>
            </a:extLst>
          </p:cNvPr>
          <p:cNvPicPr>
            <a:picLocks noChangeAspect="1"/>
          </p:cNvPicPr>
          <p:nvPr/>
        </p:nvPicPr>
        <p:blipFill>
          <a:blip r:embed="rId4"/>
          <a:stretch>
            <a:fillRect/>
          </a:stretch>
        </p:blipFill>
        <p:spPr>
          <a:xfrm>
            <a:off x="6278880" y="4293108"/>
            <a:ext cx="5486400" cy="1536192"/>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1" name="TextBox 1">
            <a:extLst>
              <a:ext uri="{FF2B5EF4-FFF2-40B4-BE49-F238E27FC236}">
                <a16:creationId xmlns:a16="http://schemas.microsoft.com/office/drawing/2014/main" id="{C435BA35-4229-A842-EC45-BC4E5B398E02}"/>
              </a:ext>
            </a:extLst>
          </p:cNvPr>
          <p:cNvSpPr txBox="1"/>
          <p:nvPr/>
        </p:nvSpPr>
        <p:spPr>
          <a:xfrm>
            <a:off x="426720" y="196596"/>
            <a:ext cx="10515600" cy="594360"/>
          </a:xfrm>
          <a:prstGeom prst="rect">
            <a:avLst/>
          </a:prstGeom>
          <a:noFill/>
        </p:spPr>
        <p:txBody>
          <a:bodyPr wrap="square"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spcAft>
                <a:spcPts val="600"/>
              </a:spcAft>
            </a:pPr>
            <a:r>
              <a:rPr sz="2800" b="1">
                <a:solidFill>
                  <a:srgbClr val="F5F2EB"/>
                </a:solidFill>
                <a:latin typeface="Aptos"/>
              </a:rPr>
              <a:t>Third Normal Form (3NF)</a:t>
            </a:r>
          </a:p>
        </p:txBody>
      </p:sp>
      <p:sp>
        <p:nvSpPr>
          <p:cNvPr id="12" name="Rectangle 11">
            <a:extLst>
              <a:ext uri="{FF2B5EF4-FFF2-40B4-BE49-F238E27FC236}">
                <a16:creationId xmlns:a16="http://schemas.microsoft.com/office/drawing/2014/main" id="{B66D791C-75AC-01AC-6DD0-BEB6054248F6}"/>
              </a:ext>
            </a:extLst>
          </p:cNvPr>
          <p:cNvSpPr/>
          <p:nvPr/>
        </p:nvSpPr>
        <p:spPr>
          <a:xfrm>
            <a:off x="728472" y="1019556"/>
            <a:ext cx="1097280" cy="50292"/>
          </a:xfrm>
          <a:prstGeom prst="rect">
            <a:avLst/>
          </a:prstGeom>
          <a:solidFill>
            <a:srgbClr val="C594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p>
        </p:txBody>
      </p:sp>
      <p:sp>
        <p:nvSpPr>
          <p:cNvPr id="13" name="TextBox 3">
            <a:extLst>
              <a:ext uri="{FF2B5EF4-FFF2-40B4-BE49-F238E27FC236}">
                <a16:creationId xmlns:a16="http://schemas.microsoft.com/office/drawing/2014/main" id="{EFE32C6B-F916-FA10-903F-543AEE6F4C6A}"/>
              </a:ext>
            </a:extLst>
          </p:cNvPr>
          <p:cNvSpPr txBox="1"/>
          <p:nvPr/>
        </p:nvSpPr>
        <p:spPr>
          <a:xfrm>
            <a:off x="728472" y="6387084"/>
            <a:ext cx="2743200" cy="274320"/>
          </a:xfrm>
          <a:prstGeom prst="rect">
            <a:avLst/>
          </a:prstGeom>
          <a:noFill/>
        </p:spPr>
        <p:txBody>
          <a:bodyPr wrap="square"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spcAft>
                <a:spcPts val="600"/>
              </a:spcAft>
            </a:pPr>
            <a:r>
              <a:rPr sz="900" b="1">
                <a:solidFill>
                  <a:srgbClr val="C59423"/>
                </a:solidFill>
                <a:latin typeface="Aptos"/>
              </a:rPr>
              <a:t>ADITYA UNIVERSITY</a:t>
            </a:r>
          </a:p>
        </p:txBody>
      </p:sp>
      <p:sp>
        <p:nvSpPr>
          <p:cNvPr id="14" name="TextBox 4">
            <a:extLst>
              <a:ext uri="{FF2B5EF4-FFF2-40B4-BE49-F238E27FC236}">
                <a16:creationId xmlns:a16="http://schemas.microsoft.com/office/drawing/2014/main" id="{E9822DC6-036D-C8C5-9E4A-04AD5DA77DC5}"/>
              </a:ext>
            </a:extLst>
          </p:cNvPr>
          <p:cNvSpPr txBox="1"/>
          <p:nvPr/>
        </p:nvSpPr>
        <p:spPr>
          <a:xfrm>
            <a:off x="11216640" y="6387084"/>
            <a:ext cx="457200" cy="274320"/>
          </a:xfrm>
          <a:prstGeom prst="rect">
            <a:avLst/>
          </a:prstGeom>
          <a:noFill/>
        </p:spPr>
        <p:txBody>
          <a:bodyPr wrap="square"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spcAft>
                <a:spcPts val="600"/>
              </a:spcAft>
            </a:pPr>
            <a:r>
              <a:rPr sz="900" b="0">
                <a:solidFill>
                  <a:srgbClr val="F5F2EB"/>
                </a:solidFill>
                <a:latin typeface="Aptos"/>
              </a:rPr>
              <a:t>18</a:t>
            </a:r>
          </a:p>
        </p:txBody>
      </p:sp>
      <p:sp>
        <p:nvSpPr>
          <p:cNvPr id="15" name="Rounded Rectangle 5">
            <a:extLst>
              <a:ext uri="{FF2B5EF4-FFF2-40B4-BE49-F238E27FC236}">
                <a16:creationId xmlns:a16="http://schemas.microsoft.com/office/drawing/2014/main" id="{EA6ABADF-6E5B-1FD4-11E6-D1DA8D8DB371}"/>
              </a:ext>
            </a:extLst>
          </p:cNvPr>
          <p:cNvSpPr/>
          <p:nvPr/>
        </p:nvSpPr>
        <p:spPr>
          <a:xfrm>
            <a:off x="472440" y="1266444"/>
            <a:ext cx="11292840" cy="548640"/>
          </a:xfrm>
          <a:prstGeom prst="roundRect">
            <a:avLst>
              <a:gd name="adj" fmla="val 8000"/>
            </a:avLst>
          </a:prstGeom>
          <a:solidFill>
            <a:srgbClr val="1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p>
        </p:txBody>
      </p:sp>
      <p:sp>
        <p:nvSpPr>
          <p:cNvPr id="16" name="TextBox 6">
            <a:extLst>
              <a:ext uri="{FF2B5EF4-FFF2-40B4-BE49-F238E27FC236}">
                <a16:creationId xmlns:a16="http://schemas.microsoft.com/office/drawing/2014/main" id="{6A307C6A-FC5F-0F27-EC65-C6E21CD43136}"/>
              </a:ext>
            </a:extLst>
          </p:cNvPr>
          <p:cNvSpPr txBox="1"/>
          <p:nvPr/>
        </p:nvSpPr>
        <p:spPr>
          <a:xfrm>
            <a:off x="655320" y="1330452"/>
            <a:ext cx="10972800" cy="457200"/>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sz="1500" b="1">
                <a:solidFill>
                  <a:srgbClr val="C59423"/>
                </a:solidFill>
                <a:latin typeface="Aptos"/>
              </a:rPr>
              <a:t>3NF: 2NF + no transitive dependency – non-key attributes depend only on the key.</a:t>
            </a:r>
          </a:p>
        </p:txBody>
      </p:sp>
      <p:sp>
        <p:nvSpPr>
          <p:cNvPr id="17" name="TextBox 7">
            <a:extLst>
              <a:ext uri="{FF2B5EF4-FFF2-40B4-BE49-F238E27FC236}">
                <a16:creationId xmlns:a16="http://schemas.microsoft.com/office/drawing/2014/main" id="{0C40469F-768F-91B3-4D76-11B7ECE1E2EF}"/>
              </a:ext>
            </a:extLst>
          </p:cNvPr>
          <p:cNvSpPr txBox="1"/>
          <p:nvPr/>
        </p:nvSpPr>
        <p:spPr>
          <a:xfrm>
            <a:off x="472440" y="1952244"/>
            <a:ext cx="5486400" cy="365760"/>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sz="1300" b="1">
                <a:solidFill>
                  <a:srgbClr val="E07A5F"/>
                </a:solidFill>
                <a:latin typeface="Aptos"/>
              </a:rPr>
              <a:t>BEFORE (violates the rule)</a:t>
            </a:r>
          </a:p>
        </p:txBody>
      </p:sp>
      <p:sp>
        <p:nvSpPr>
          <p:cNvPr id="18" name="TextBox 8">
            <a:extLst>
              <a:ext uri="{FF2B5EF4-FFF2-40B4-BE49-F238E27FC236}">
                <a16:creationId xmlns:a16="http://schemas.microsoft.com/office/drawing/2014/main" id="{9060D735-9664-AA80-8B80-73F4F8C9EE73}"/>
              </a:ext>
            </a:extLst>
          </p:cNvPr>
          <p:cNvSpPr txBox="1"/>
          <p:nvPr/>
        </p:nvSpPr>
        <p:spPr>
          <a:xfrm>
            <a:off x="6278880" y="1952244"/>
            <a:ext cx="5486400" cy="365760"/>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sz="1300" b="1">
                <a:solidFill>
                  <a:srgbClr val="7FB77E"/>
                </a:solidFill>
                <a:latin typeface="Aptos"/>
              </a:rPr>
              <a:t>AFTER (rule satisfied)</a:t>
            </a:r>
          </a:p>
        </p:txBody>
      </p:sp>
      <p:sp>
        <p:nvSpPr>
          <p:cNvPr id="19" name="TextBox 9">
            <a:extLst>
              <a:ext uri="{FF2B5EF4-FFF2-40B4-BE49-F238E27FC236}">
                <a16:creationId xmlns:a16="http://schemas.microsoft.com/office/drawing/2014/main" id="{76761A53-4693-C96C-697C-F91C2455108C}"/>
              </a:ext>
            </a:extLst>
          </p:cNvPr>
          <p:cNvSpPr txBox="1"/>
          <p:nvPr/>
        </p:nvSpPr>
        <p:spPr>
          <a:xfrm>
            <a:off x="472440" y="2318004"/>
            <a:ext cx="5486400" cy="320040"/>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sz="1100" b="0">
                <a:solidFill>
                  <a:srgbClr val="CFCBC2"/>
                </a:solidFill>
                <a:latin typeface="Aptos"/>
              </a:rPr>
              <a:t>ACCOUNT (Branch details stored inside Account)</a:t>
            </a:r>
          </a:p>
        </p:txBody>
      </p:sp>
      <p:pic>
        <p:nvPicPr>
          <p:cNvPr id="20" name="table">
            <a:extLst>
              <a:ext uri="{FF2B5EF4-FFF2-40B4-BE49-F238E27FC236}">
                <a16:creationId xmlns:a16="http://schemas.microsoft.com/office/drawing/2014/main" id="{BF2DD476-8A99-2A50-11FE-BDB2222EDFEA}"/>
              </a:ext>
            </a:extLst>
          </p:cNvPr>
          <p:cNvPicPr>
            <a:picLocks noChangeAspect="1"/>
          </p:cNvPicPr>
          <p:nvPr/>
        </p:nvPicPr>
        <p:blipFill>
          <a:blip r:embed="rId2"/>
          <a:stretch>
            <a:fillRect/>
          </a:stretch>
        </p:blipFill>
        <p:spPr>
          <a:xfrm>
            <a:off x="472440" y="2638044"/>
            <a:ext cx="5486400" cy="1536192"/>
          </a:xfrm>
          <a:prstGeom prst="rect">
            <a:avLst/>
          </a:prstGeom>
        </p:spPr>
      </p:pic>
      <p:sp>
        <p:nvSpPr>
          <p:cNvPr id="21" name="TextBox 11">
            <a:extLst>
              <a:ext uri="{FF2B5EF4-FFF2-40B4-BE49-F238E27FC236}">
                <a16:creationId xmlns:a16="http://schemas.microsoft.com/office/drawing/2014/main" id="{4DB8FA23-21B1-F6C5-66A4-4B5AD321730D}"/>
              </a:ext>
            </a:extLst>
          </p:cNvPr>
          <p:cNvSpPr txBox="1"/>
          <p:nvPr/>
        </p:nvSpPr>
        <p:spPr>
          <a:xfrm>
            <a:off x="472440" y="4283964"/>
            <a:ext cx="5486400" cy="822960"/>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sz="1200" b="0">
                <a:solidFill>
                  <a:srgbClr val="F5F2EB"/>
                </a:solidFill>
                <a:latin typeface="Aptos"/>
              </a:rPr>
              <a:t>Problem: Account_ID → Branch_ID → Branch_Name, IFSC_Code (transitive). Branch details repeat for every account.</a:t>
            </a:r>
          </a:p>
        </p:txBody>
      </p:sp>
      <p:sp>
        <p:nvSpPr>
          <p:cNvPr id="22" name="Rounded Rectangle 12">
            <a:extLst>
              <a:ext uri="{FF2B5EF4-FFF2-40B4-BE49-F238E27FC236}">
                <a16:creationId xmlns:a16="http://schemas.microsoft.com/office/drawing/2014/main" id="{FEB01D50-4E7D-B820-970B-4041F539610E}"/>
              </a:ext>
            </a:extLst>
          </p:cNvPr>
          <p:cNvSpPr/>
          <p:nvPr/>
        </p:nvSpPr>
        <p:spPr>
          <a:xfrm>
            <a:off x="472440" y="5198364"/>
            <a:ext cx="5486400" cy="731520"/>
          </a:xfrm>
          <a:prstGeom prst="roundRect">
            <a:avLst>
              <a:gd name="adj" fmla="val 8000"/>
            </a:avLst>
          </a:prstGeom>
          <a:solidFill>
            <a:srgbClr val="2A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p>
        </p:txBody>
      </p:sp>
      <p:sp>
        <p:nvSpPr>
          <p:cNvPr id="23" name="TextBox 13">
            <a:extLst>
              <a:ext uri="{FF2B5EF4-FFF2-40B4-BE49-F238E27FC236}">
                <a16:creationId xmlns:a16="http://schemas.microsoft.com/office/drawing/2014/main" id="{E9C085C2-7C22-8B1D-1BFA-51E58C35BE9A}"/>
              </a:ext>
            </a:extLst>
          </p:cNvPr>
          <p:cNvSpPr txBox="1"/>
          <p:nvPr/>
        </p:nvSpPr>
        <p:spPr>
          <a:xfrm>
            <a:off x="655320" y="5289804"/>
            <a:ext cx="5120640" cy="640080"/>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sz="1300" b="1">
                <a:solidFill>
                  <a:srgbClr val="F5F2EB"/>
                </a:solidFill>
                <a:latin typeface="Aptos"/>
              </a:rPr>
              <a:t>Result: transitive dependency removed – 3NF.</a:t>
            </a:r>
          </a:p>
        </p:txBody>
      </p:sp>
      <p:sp>
        <p:nvSpPr>
          <p:cNvPr id="24" name="TextBox 14">
            <a:extLst>
              <a:ext uri="{FF2B5EF4-FFF2-40B4-BE49-F238E27FC236}">
                <a16:creationId xmlns:a16="http://schemas.microsoft.com/office/drawing/2014/main" id="{0C62F3A3-42AB-8C5A-F57B-BAB13E09BB43}"/>
              </a:ext>
            </a:extLst>
          </p:cNvPr>
          <p:cNvSpPr txBox="1"/>
          <p:nvPr/>
        </p:nvSpPr>
        <p:spPr>
          <a:xfrm>
            <a:off x="6278880" y="2318004"/>
            <a:ext cx="5486400" cy="320040"/>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sz="1100" b="0">
                <a:solidFill>
                  <a:srgbClr val="CFCBC2"/>
                </a:solidFill>
                <a:latin typeface="Aptos"/>
              </a:rPr>
              <a:t>ACCOUNT (keeps only Branch_ID as FK)</a:t>
            </a:r>
          </a:p>
        </p:txBody>
      </p:sp>
      <p:pic>
        <p:nvPicPr>
          <p:cNvPr id="25" name="table">
            <a:extLst>
              <a:ext uri="{FF2B5EF4-FFF2-40B4-BE49-F238E27FC236}">
                <a16:creationId xmlns:a16="http://schemas.microsoft.com/office/drawing/2014/main" id="{347C543F-F897-51F3-AFD0-EEFE0BAA5B98}"/>
              </a:ext>
            </a:extLst>
          </p:cNvPr>
          <p:cNvPicPr>
            <a:picLocks noChangeAspect="1"/>
          </p:cNvPicPr>
          <p:nvPr/>
        </p:nvPicPr>
        <p:blipFill>
          <a:blip r:embed="rId3"/>
          <a:stretch>
            <a:fillRect/>
          </a:stretch>
        </p:blipFill>
        <p:spPr>
          <a:xfrm>
            <a:off x="6278880" y="2638044"/>
            <a:ext cx="5486400" cy="1536192"/>
          </a:xfrm>
          <a:prstGeom prst="rect">
            <a:avLst/>
          </a:prstGeom>
        </p:spPr>
      </p:pic>
      <p:sp>
        <p:nvSpPr>
          <p:cNvPr id="26" name="TextBox 16">
            <a:extLst>
              <a:ext uri="{FF2B5EF4-FFF2-40B4-BE49-F238E27FC236}">
                <a16:creationId xmlns:a16="http://schemas.microsoft.com/office/drawing/2014/main" id="{137C1ABA-01AC-D592-3AE4-EE035B296955}"/>
              </a:ext>
            </a:extLst>
          </p:cNvPr>
          <p:cNvSpPr txBox="1"/>
          <p:nvPr/>
        </p:nvSpPr>
        <p:spPr>
          <a:xfrm>
            <a:off x="6278880" y="4357116"/>
            <a:ext cx="5486400" cy="320040"/>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sz="1100" b="0">
                <a:solidFill>
                  <a:srgbClr val="CFCBC2"/>
                </a:solidFill>
                <a:latin typeface="Aptos"/>
              </a:rPr>
              <a:t>BRANCH (branch details stored once)</a:t>
            </a:r>
          </a:p>
        </p:txBody>
      </p:sp>
      <p:pic>
        <p:nvPicPr>
          <p:cNvPr id="27" name="table">
            <a:extLst>
              <a:ext uri="{FF2B5EF4-FFF2-40B4-BE49-F238E27FC236}">
                <a16:creationId xmlns:a16="http://schemas.microsoft.com/office/drawing/2014/main" id="{5D415A1A-4920-D549-D05D-10A0AE739B36}"/>
              </a:ext>
            </a:extLst>
          </p:cNvPr>
          <p:cNvPicPr>
            <a:picLocks noChangeAspect="1"/>
          </p:cNvPicPr>
          <p:nvPr/>
        </p:nvPicPr>
        <p:blipFill>
          <a:blip r:embed="rId4"/>
          <a:stretch>
            <a:fillRect/>
          </a:stretch>
        </p:blipFill>
        <p:spPr>
          <a:xfrm>
            <a:off x="6278880" y="4677156"/>
            <a:ext cx="5486400" cy="1152144"/>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411480" y="256032"/>
            <a:ext cx="10515600" cy="594360"/>
          </a:xfrm>
          <a:prstGeom prst="rect">
            <a:avLst/>
          </a:prstGeom>
          <a:noFill/>
        </p:spPr>
        <p:txBody>
          <a:bodyPr wrap="square" anchor="t">
            <a:spAutoFit/>
          </a:bodyPr>
          <a:lstStyle/>
          <a:p>
            <a:pPr algn="l">
              <a:spcAft>
                <a:spcPts val="600"/>
              </a:spcAft>
            </a:pPr>
            <a:r>
              <a:rPr sz="2800" b="1">
                <a:solidFill>
                  <a:srgbClr val="F5F2EB"/>
                </a:solidFill>
                <a:latin typeface="Aptos"/>
              </a:rPr>
              <a:t>Conclusion</a:t>
            </a:r>
          </a:p>
        </p:txBody>
      </p:sp>
      <p:sp>
        <p:nvSpPr>
          <p:cNvPr id="3" name="Rectangle 2"/>
          <p:cNvSpPr/>
          <p:nvPr/>
        </p:nvSpPr>
        <p:spPr>
          <a:xfrm>
            <a:off x="713232" y="1078992"/>
            <a:ext cx="1097280" cy="50292"/>
          </a:xfrm>
          <a:prstGeom prst="rect">
            <a:avLst/>
          </a:prstGeom>
          <a:solidFill>
            <a:srgbClr val="C594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13232" y="6446520"/>
            <a:ext cx="2743200" cy="274320"/>
          </a:xfrm>
          <a:prstGeom prst="rect">
            <a:avLst/>
          </a:prstGeom>
          <a:noFill/>
        </p:spPr>
        <p:txBody>
          <a:bodyPr wrap="square" anchor="t">
            <a:spAutoFit/>
          </a:bodyPr>
          <a:lstStyle/>
          <a:p>
            <a:pPr algn="l">
              <a:spcAft>
                <a:spcPts val="600"/>
              </a:spcAft>
            </a:pPr>
            <a:r>
              <a:rPr sz="900" b="1">
                <a:solidFill>
                  <a:srgbClr val="C59423"/>
                </a:solidFill>
                <a:latin typeface="Aptos"/>
              </a:rPr>
              <a:t>ADITYA UNIVERSITY</a:t>
            </a:r>
          </a:p>
        </p:txBody>
      </p:sp>
      <p:sp>
        <p:nvSpPr>
          <p:cNvPr id="5" name="TextBox 4"/>
          <p:cNvSpPr txBox="1"/>
          <p:nvPr/>
        </p:nvSpPr>
        <p:spPr>
          <a:xfrm>
            <a:off x="11201400" y="6446520"/>
            <a:ext cx="457200" cy="274320"/>
          </a:xfrm>
          <a:prstGeom prst="rect">
            <a:avLst/>
          </a:prstGeom>
          <a:noFill/>
        </p:spPr>
        <p:txBody>
          <a:bodyPr wrap="square" anchor="t">
            <a:spAutoFit/>
          </a:bodyPr>
          <a:lstStyle/>
          <a:p>
            <a:pPr algn="l">
              <a:spcAft>
                <a:spcPts val="600"/>
              </a:spcAft>
            </a:pPr>
            <a:r>
              <a:rPr sz="900" b="0">
                <a:solidFill>
                  <a:srgbClr val="F5F2EB"/>
                </a:solidFill>
                <a:latin typeface="Aptos"/>
              </a:rPr>
              <a:t>19</a:t>
            </a:r>
          </a:p>
        </p:txBody>
      </p:sp>
      <p:sp>
        <p:nvSpPr>
          <p:cNvPr id="6" name="TextBox 5"/>
          <p:cNvSpPr txBox="1"/>
          <p:nvPr/>
        </p:nvSpPr>
        <p:spPr>
          <a:xfrm>
            <a:off x="868680" y="1591056"/>
            <a:ext cx="10058400" cy="2092881"/>
          </a:xfrm>
          <a:prstGeom prst="rect">
            <a:avLst/>
          </a:prstGeom>
          <a:noFill/>
        </p:spPr>
        <p:txBody>
          <a:bodyPr wrap="square" anchor="t">
            <a:spAutoFit/>
          </a:bodyPr>
          <a:lstStyle/>
          <a:p>
            <a:pPr marL="342900" indent="-342900" algn="l">
              <a:spcAft>
                <a:spcPts val="600"/>
              </a:spcAft>
              <a:buFont typeface="Arial" panose="020B0604020202020204" pitchFamily="34" charset="0"/>
              <a:buChar char="•"/>
            </a:pPr>
            <a:r>
              <a:rPr sz="2000" b="0" dirty="0">
                <a:solidFill>
                  <a:srgbClr val="F5F2EB"/>
                </a:solidFill>
                <a:latin typeface="Aptos"/>
              </a:rPr>
              <a:t>The Bank Account Management System provides a secure and organized way to manage customers, accounts and transactions.</a:t>
            </a:r>
          </a:p>
          <a:p>
            <a:pPr marL="342900" indent="-342900" algn="l">
              <a:spcAft>
                <a:spcPts val="600"/>
              </a:spcAft>
              <a:buFont typeface="Arial" panose="020B0604020202020204" pitchFamily="34" charset="0"/>
              <a:buChar char="•"/>
            </a:pPr>
            <a:r>
              <a:rPr sz="2000" b="0" dirty="0">
                <a:solidFill>
                  <a:srgbClr val="F5F2EB"/>
                </a:solidFill>
                <a:latin typeface="Aptos"/>
              </a:rPr>
              <a:t>The ER design was converted to a normalized (3NF) relational schema with clear keys and relationships.</a:t>
            </a:r>
          </a:p>
          <a:p>
            <a:pPr marL="342900" indent="-342900" algn="l">
              <a:spcAft>
                <a:spcPts val="600"/>
              </a:spcAft>
              <a:buFont typeface="Arial" panose="020B0604020202020204" pitchFamily="34" charset="0"/>
              <a:buChar char="•"/>
            </a:pPr>
            <a:r>
              <a:rPr sz="2000" b="0" dirty="0">
                <a:solidFill>
                  <a:srgbClr val="F5F2EB"/>
                </a:solidFill>
                <a:latin typeface="Aptos"/>
              </a:rPr>
              <a:t>Using a DBMS improves data consistency, security, transaction reliability and accessibility.</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4" name="TextBox 3"/>
          <p:cNvSpPr txBox="1"/>
          <p:nvPr/>
        </p:nvSpPr>
        <p:spPr>
          <a:xfrm>
            <a:off x="713232" y="6446520"/>
            <a:ext cx="2743200" cy="274320"/>
          </a:xfrm>
          <a:prstGeom prst="rect">
            <a:avLst/>
          </a:prstGeom>
          <a:noFill/>
        </p:spPr>
        <p:txBody>
          <a:bodyPr wrap="square" anchor="t">
            <a:spAutoFit/>
          </a:bodyPr>
          <a:lstStyle/>
          <a:p>
            <a:pPr algn="l">
              <a:spcAft>
                <a:spcPts val="600"/>
              </a:spcAft>
            </a:pPr>
            <a:r>
              <a:rPr sz="900" b="1">
                <a:solidFill>
                  <a:srgbClr val="C59423"/>
                </a:solidFill>
                <a:latin typeface="Aptos"/>
              </a:rPr>
              <a:t>ADITYA UNIVERSITY</a:t>
            </a:r>
          </a:p>
        </p:txBody>
      </p:sp>
      <p:sp>
        <p:nvSpPr>
          <p:cNvPr id="5" name="TextBox 4"/>
          <p:cNvSpPr txBox="1"/>
          <p:nvPr/>
        </p:nvSpPr>
        <p:spPr>
          <a:xfrm>
            <a:off x="11201400" y="6446520"/>
            <a:ext cx="457200" cy="274320"/>
          </a:xfrm>
          <a:prstGeom prst="rect">
            <a:avLst/>
          </a:prstGeom>
          <a:noFill/>
        </p:spPr>
        <p:txBody>
          <a:bodyPr wrap="square" anchor="t">
            <a:spAutoFit/>
          </a:bodyPr>
          <a:lstStyle/>
          <a:p>
            <a:pPr algn="l">
              <a:spcAft>
                <a:spcPts val="600"/>
              </a:spcAft>
            </a:pPr>
            <a:r>
              <a:rPr sz="900" b="0">
                <a:solidFill>
                  <a:srgbClr val="F5F2EB"/>
                </a:solidFill>
                <a:latin typeface="Aptos"/>
              </a:rPr>
              <a:t>20</a:t>
            </a:r>
          </a:p>
        </p:txBody>
      </p:sp>
      <p:sp>
        <p:nvSpPr>
          <p:cNvPr id="6" name="TextBox 5"/>
          <p:cNvSpPr txBox="1"/>
          <p:nvPr/>
        </p:nvSpPr>
        <p:spPr>
          <a:xfrm>
            <a:off x="82296" y="2880360"/>
            <a:ext cx="12191695" cy="1097280"/>
          </a:xfrm>
          <a:prstGeom prst="rect">
            <a:avLst/>
          </a:prstGeom>
          <a:noFill/>
        </p:spPr>
        <p:txBody>
          <a:bodyPr wrap="square" anchor="t">
            <a:spAutoFit/>
          </a:bodyPr>
          <a:lstStyle/>
          <a:p>
            <a:pPr algn="ctr">
              <a:spcAft>
                <a:spcPts val="600"/>
              </a:spcAft>
            </a:pPr>
            <a:r>
              <a:rPr sz="5400" b="1" dirty="0">
                <a:solidFill>
                  <a:srgbClr val="C59423"/>
                </a:solidFill>
                <a:latin typeface="Aptos"/>
              </a:rPr>
              <a:t>THANK YOU</a:t>
            </a:r>
          </a:p>
        </p:txBody>
      </p:sp>
      <p:sp>
        <p:nvSpPr>
          <p:cNvPr id="7" name="TextBox 6"/>
          <p:cNvSpPr txBox="1"/>
          <p:nvPr/>
        </p:nvSpPr>
        <p:spPr>
          <a:xfrm>
            <a:off x="305" y="4142232"/>
            <a:ext cx="12191695" cy="548640"/>
          </a:xfrm>
          <a:prstGeom prst="rect">
            <a:avLst/>
          </a:prstGeom>
          <a:noFill/>
        </p:spPr>
        <p:txBody>
          <a:bodyPr wrap="square" anchor="t">
            <a:spAutoFit/>
          </a:bodyPr>
          <a:lstStyle/>
          <a:p>
            <a:pPr algn="ctr">
              <a:spcAft>
                <a:spcPts val="600"/>
              </a:spcAft>
            </a:pPr>
            <a:r>
              <a:rPr sz="2200" b="0" dirty="0">
                <a:solidFill>
                  <a:srgbClr val="F5F2EB"/>
                </a:solidFill>
                <a:latin typeface="Aptos"/>
              </a:rPr>
              <a:t>Any questions?</a:t>
            </a:r>
          </a:p>
        </p:txBody>
      </p:sp>
    </p:spTree>
  </p:cSld>
  <p:clrMapOvr>
    <a:masterClrMapping/>
  </p:clrMapOvr>
</p:sld>
</file>

<file path=ppt/theme/theme1.xml><?xml version="1.0" encoding="utf-8"?>
<a:theme xmlns:a="http://schemas.openxmlformats.org/drawingml/2006/main" name="Dark Gradient">
  <a:themeElements>
    <a:clrScheme name="Dark Gradient">
      <a:dk1>
        <a:sysClr val="windowText" lastClr="000000"/>
      </a:dk1>
      <a:lt1>
        <a:sysClr val="window" lastClr="FFFFFF"/>
      </a:lt1>
      <a:dk2>
        <a:srgbClr val="0B0C12"/>
      </a:dk2>
      <a:lt2>
        <a:srgbClr val="ECF0FB"/>
      </a:lt2>
      <a:accent1>
        <a:srgbClr val="4970FF"/>
      </a:accent1>
      <a:accent2>
        <a:srgbClr val="712ED5"/>
      </a:accent2>
      <a:accent3>
        <a:srgbClr val="00C4B6"/>
      </a:accent3>
      <a:accent4>
        <a:srgbClr val="3633D1"/>
      </a:accent4>
      <a:accent5>
        <a:srgbClr val="4AB1FE"/>
      </a:accent5>
      <a:accent6>
        <a:srgbClr val="9E2FD5"/>
      </a:accent6>
      <a:hlink>
        <a:srgbClr val="4970FF"/>
      </a:hlink>
      <a:folHlink>
        <a:srgbClr val="8E24FF"/>
      </a:folHlink>
    </a:clrScheme>
    <a:fontScheme name="Custom 53">
      <a:majorFont>
        <a:latin typeface="Arial Nova Light"/>
        <a:ea typeface=""/>
        <a:cs typeface=""/>
      </a:majorFont>
      <a:minorFont>
        <a:latin typeface="Arial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rk gradient" id="{E11C298A-C952-4C7C-AD82-FDE632A020A2}" vid="{C429265E-EED5-40F2-8F51-E02F8E47A73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Dark Gradient</Template>
  <TotalTime>7211</TotalTime>
  <Words>1900</Words>
  <Application>Microsoft Office PowerPoint</Application>
  <PresentationFormat>Widescreen</PresentationFormat>
  <Paragraphs>261</Paragraphs>
  <Slides>30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30</vt:i4>
      </vt:variant>
    </vt:vector>
  </HeadingPairs>
  <TitlesOfParts>
    <vt:vector size="36" baseType="lpstr">
      <vt:lpstr>Aptos</vt:lpstr>
      <vt:lpstr>Arial</vt:lpstr>
      <vt:lpstr>Arial Nova Light</vt:lpstr>
      <vt:lpstr>Californian FB</vt:lpstr>
      <vt:lpstr>Times New Roman</vt:lpstr>
      <vt:lpstr>Dark Gradient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ER DIAGRAM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ms reddy</dc:creator>
  <cp:keywords/>
  <dc:description>generated using python-pptx</dc:description>
  <cp:lastModifiedBy>Satwika Ratan Dande</cp:lastModifiedBy>
  <cp:revision>17</cp:revision>
  <dcterms:created xsi:type="dcterms:W3CDTF">2013-01-27T09:14:16Z</dcterms:created>
  <dcterms:modified xsi:type="dcterms:W3CDTF">2026-10-08T15:03:30Z</dcterms:modified>
  <cp:category/>
</cp:coreProperties>
</file>